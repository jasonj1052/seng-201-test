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82" r:id="rId2"/>
    <p:sldId id="295" r:id="rId3"/>
    <p:sldId id="294" r:id="rId4"/>
    <p:sldId id="296" r:id="rId5"/>
    <p:sldId id="300" r:id="rId6"/>
    <p:sldId id="297" r:id="rId7"/>
    <p:sldId id="299" r:id="rId8"/>
    <p:sldId id="292" r:id="rId9"/>
    <p:sldId id="283" r:id="rId10"/>
    <p:sldId id="289" r:id="rId11"/>
    <p:sldId id="290" r:id="rId12"/>
    <p:sldId id="301" r:id="rId13"/>
    <p:sldId id="303" r:id="rId14"/>
    <p:sldId id="304" r:id="rId15"/>
    <p:sldId id="306" r:id="rId16"/>
    <p:sldId id="302" r:id="rId17"/>
    <p:sldId id="256" r:id="rId18"/>
    <p:sldId id="291" r:id="rId19"/>
    <p:sldId id="277" r:id="rId20"/>
    <p:sldId id="279" r:id="rId21"/>
    <p:sldId id="280" r:id="rId22"/>
    <p:sldId id="258" r:id="rId23"/>
    <p:sldId id="28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0CCFB3-DB0C-E845-B05D-B0FE63B504DF}" v="53" dt="2024-10-31T17:17:56.9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97"/>
    <p:restoredTop sz="94674"/>
  </p:normalViewPr>
  <p:slideViewPr>
    <p:cSldViewPr snapToGrid="0">
      <p:cViewPr varScale="1">
        <p:scale>
          <a:sx n="127" d="100"/>
          <a:sy n="127" d="100"/>
        </p:scale>
        <p:origin x="200" y="1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yman, Lucas M." userId="765a6955-843c-4a07-9fa9-a46adec1c277" providerId="ADAL" clId="{350CCFB3-DB0C-E845-B05D-B0FE63B504DF}"/>
    <pc:docChg chg="undo redo custSel addSld delSld modSld sldOrd">
      <pc:chgData name="Layman, Lucas M." userId="765a6955-843c-4a07-9fa9-a46adec1c277" providerId="ADAL" clId="{350CCFB3-DB0C-E845-B05D-B0FE63B504DF}" dt="2024-10-31T17:18:04.529" v="995" actId="2696"/>
      <pc:docMkLst>
        <pc:docMk/>
      </pc:docMkLst>
      <pc:sldChg chg="delSp mod">
        <pc:chgData name="Layman, Lucas M." userId="765a6955-843c-4a07-9fa9-a46adec1c277" providerId="ADAL" clId="{350CCFB3-DB0C-E845-B05D-B0FE63B504DF}" dt="2024-10-24T16:34:05.326" v="799" actId="165"/>
        <pc:sldMkLst>
          <pc:docMk/>
          <pc:sldMk cId="250190219" sldId="260"/>
        </pc:sldMkLst>
        <pc:spChg chg="topLvl">
          <ac:chgData name="Layman, Lucas M." userId="765a6955-843c-4a07-9fa9-a46adec1c277" providerId="ADAL" clId="{350CCFB3-DB0C-E845-B05D-B0FE63B504DF}" dt="2024-10-24T16:34:05.125" v="798" actId="165"/>
          <ac:spMkLst>
            <pc:docMk/>
            <pc:sldMk cId="250190219" sldId="260"/>
            <ac:spMk id="24" creationId="{2133221E-7E3F-A868-5185-241D1CCB84C6}"/>
          </ac:spMkLst>
        </pc:spChg>
        <pc:spChg chg="topLvl">
          <ac:chgData name="Layman, Lucas M." userId="765a6955-843c-4a07-9fa9-a46adec1c277" providerId="ADAL" clId="{350CCFB3-DB0C-E845-B05D-B0FE63B504DF}" dt="2024-10-24T16:34:05.125" v="798" actId="165"/>
          <ac:spMkLst>
            <pc:docMk/>
            <pc:sldMk cId="250190219" sldId="260"/>
            <ac:spMk id="36" creationId="{4997CD81-DF3D-75BA-B55F-3E1EB78E2701}"/>
          </ac:spMkLst>
        </pc:spChg>
        <pc:spChg chg="topLvl">
          <ac:chgData name="Layman, Lucas M." userId="765a6955-843c-4a07-9fa9-a46adec1c277" providerId="ADAL" clId="{350CCFB3-DB0C-E845-B05D-B0FE63B504DF}" dt="2024-10-24T16:34:05.125" v="798" actId="165"/>
          <ac:spMkLst>
            <pc:docMk/>
            <pc:sldMk cId="250190219" sldId="260"/>
            <ac:spMk id="38" creationId="{C37C825E-0E85-7C5F-A973-8ADD71D881E5}"/>
          </ac:spMkLst>
        </pc:spChg>
        <pc:spChg chg="topLvl">
          <ac:chgData name="Layman, Lucas M." userId="765a6955-843c-4a07-9fa9-a46adec1c277" providerId="ADAL" clId="{350CCFB3-DB0C-E845-B05D-B0FE63B504DF}" dt="2024-10-24T16:34:04.880" v="797" actId="165"/>
          <ac:spMkLst>
            <pc:docMk/>
            <pc:sldMk cId="250190219" sldId="260"/>
            <ac:spMk id="42" creationId="{BD79F41A-365F-0B5D-D90E-3030256C9F04}"/>
          </ac:spMkLst>
        </pc:spChg>
        <pc:spChg chg="topLvl">
          <ac:chgData name="Layman, Lucas M." userId="765a6955-843c-4a07-9fa9-a46adec1c277" providerId="ADAL" clId="{350CCFB3-DB0C-E845-B05D-B0FE63B504DF}" dt="2024-10-24T16:34:04.593" v="796" actId="165"/>
          <ac:spMkLst>
            <pc:docMk/>
            <pc:sldMk cId="250190219" sldId="260"/>
            <ac:spMk id="44" creationId="{E799E95F-4E4B-46E9-A586-924AE2AA8621}"/>
          </ac:spMkLst>
        </pc:spChg>
        <pc:grpChg chg="topLvl">
          <ac:chgData name="Layman, Lucas M." userId="765a6955-843c-4a07-9fa9-a46adec1c277" providerId="ADAL" clId="{350CCFB3-DB0C-E845-B05D-B0FE63B504DF}" dt="2024-10-24T16:34:05.326" v="799" actId="165"/>
          <ac:grpSpMkLst>
            <pc:docMk/>
            <pc:sldMk cId="250190219" sldId="260"/>
            <ac:grpSpMk id="16" creationId="{5A375FFF-F0B8-7107-7F2F-8ED09434B355}"/>
          </ac:grpSpMkLst>
        </pc:grpChg>
        <pc:grpChg chg="del topLvl">
          <ac:chgData name="Layman, Lucas M." userId="765a6955-843c-4a07-9fa9-a46adec1c277" providerId="ADAL" clId="{350CCFB3-DB0C-E845-B05D-B0FE63B504DF}" dt="2024-10-24T16:34:05.326" v="799" actId="165"/>
          <ac:grpSpMkLst>
            <pc:docMk/>
            <pc:sldMk cId="250190219" sldId="260"/>
            <ac:grpSpMk id="23" creationId="{FAF3D464-A964-296B-A2B1-2F52AFA9CDA9}"/>
          </ac:grpSpMkLst>
        </pc:grpChg>
        <pc:grpChg chg="del topLvl">
          <ac:chgData name="Layman, Lucas M." userId="765a6955-843c-4a07-9fa9-a46adec1c277" providerId="ADAL" clId="{350CCFB3-DB0C-E845-B05D-B0FE63B504DF}" dt="2024-10-24T16:34:05.125" v="798" actId="165"/>
          <ac:grpSpMkLst>
            <pc:docMk/>
            <pc:sldMk cId="250190219" sldId="260"/>
            <ac:grpSpMk id="41" creationId="{D630E2D9-5DBF-0A53-EFBF-1FCF02A335F9}"/>
          </ac:grpSpMkLst>
        </pc:grpChg>
        <pc:grpChg chg="del topLvl">
          <ac:chgData name="Layman, Lucas M." userId="765a6955-843c-4a07-9fa9-a46adec1c277" providerId="ADAL" clId="{350CCFB3-DB0C-E845-B05D-B0FE63B504DF}" dt="2024-10-24T16:34:04.880" v="797" actId="165"/>
          <ac:grpSpMkLst>
            <pc:docMk/>
            <pc:sldMk cId="250190219" sldId="260"/>
            <ac:grpSpMk id="43" creationId="{1357231D-CE72-5884-60F3-72D14D2B9927}"/>
          </ac:grpSpMkLst>
        </pc:grpChg>
        <pc:grpChg chg="del">
          <ac:chgData name="Layman, Lucas M." userId="765a6955-843c-4a07-9fa9-a46adec1c277" providerId="ADAL" clId="{350CCFB3-DB0C-E845-B05D-B0FE63B504DF}" dt="2024-10-24T16:34:04.593" v="796" actId="165"/>
          <ac:grpSpMkLst>
            <pc:docMk/>
            <pc:sldMk cId="250190219" sldId="260"/>
            <ac:grpSpMk id="45" creationId="{DC402ADC-E5BF-61C2-5392-3EF29EEB83CA}"/>
          </ac:grpSpMkLst>
        </pc:grpChg>
        <pc:cxnChg chg="topLvl">
          <ac:chgData name="Layman, Lucas M." userId="765a6955-843c-4a07-9fa9-a46adec1c277" providerId="ADAL" clId="{350CCFB3-DB0C-E845-B05D-B0FE63B504DF}" dt="2024-10-24T16:34:05.326" v="799" actId="165"/>
          <ac:cxnSpMkLst>
            <pc:docMk/>
            <pc:sldMk cId="250190219" sldId="260"/>
            <ac:cxnSpMk id="3" creationId="{FE05CDB3-4FAD-35E7-E7C1-7E9E6E512909}"/>
          </ac:cxnSpMkLst>
        </pc:cxnChg>
        <pc:cxnChg chg="topLvl">
          <ac:chgData name="Layman, Lucas M." userId="765a6955-843c-4a07-9fa9-a46adec1c277" providerId="ADAL" clId="{350CCFB3-DB0C-E845-B05D-B0FE63B504DF}" dt="2024-10-24T16:34:05.125" v="798" actId="165"/>
          <ac:cxnSpMkLst>
            <pc:docMk/>
            <pc:sldMk cId="250190219" sldId="260"/>
            <ac:cxnSpMk id="25" creationId="{B4D3BC02-7DC7-DCF1-67AE-B5CE079A5C84}"/>
          </ac:cxnSpMkLst>
        </pc:cxnChg>
        <pc:cxnChg chg="topLvl">
          <ac:chgData name="Layman, Lucas M." userId="765a6955-843c-4a07-9fa9-a46adec1c277" providerId="ADAL" clId="{350CCFB3-DB0C-E845-B05D-B0FE63B504DF}" dt="2024-10-24T16:34:05.125" v="798" actId="165"/>
          <ac:cxnSpMkLst>
            <pc:docMk/>
            <pc:sldMk cId="250190219" sldId="260"/>
            <ac:cxnSpMk id="29" creationId="{A166EA7E-F0BC-167C-DD4D-17E99CD1B7E9}"/>
          </ac:cxnSpMkLst>
        </pc:cxnChg>
        <pc:cxnChg chg="topLvl">
          <ac:chgData name="Layman, Lucas M." userId="765a6955-843c-4a07-9fa9-a46adec1c277" providerId="ADAL" clId="{350CCFB3-DB0C-E845-B05D-B0FE63B504DF}" dt="2024-10-24T16:34:05.125" v="798" actId="165"/>
          <ac:cxnSpMkLst>
            <pc:docMk/>
            <pc:sldMk cId="250190219" sldId="260"/>
            <ac:cxnSpMk id="35" creationId="{CE349904-66CA-EAA6-C812-C107CD588519}"/>
          </ac:cxnSpMkLst>
        </pc:cxnChg>
        <pc:cxnChg chg="topLvl">
          <ac:chgData name="Layman, Lucas M." userId="765a6955-843c-4a07-9fa9-a46adec1c277" providerId="ADAL" clId="{350CCFB3-DB0C-E845-B05D-B0FE63B504DF}" dt="2024-10-24T16:34:05.125" v="798" actId="165"/>
          <ac:cxnSpMkLst>
            <pc:docMk/>
            <pc:sldMk cId="250190219" sldId="260"/>
            <ac:cxnSpMk id="37" creationId="{9E88B7FC-EB49-A0CE-03B8-1527FB319B70}"/>
          </ac:cxnSpMkLst>
        </pc:cxnChg>
      </pc:sldChg>
      <pc:sldChg chg="delSp modSp add mod">
        <pc:chgData name="Layman, Lucas M." userId="765a6955-843c-4a07-9fa9-a46adec1c277" providerId="ADAL" clId="{350CCFB3-DB0C-E845-B05D-B0FE63B504DF}" dt="2024-10-24T17:30:20.453" v="923" actId="14100"/>
        <pc:sldMkLst>
          <pc:docMk/>
          <pc:sldMk cId="652495488" sldId="263"/>
        </pc:sldMkLst>
        <pc:spChg chg="topLvl">
          <ac:chgData name="Layman, Lucas M." userId="765a6955-843c-4a07-9fa9-a46adec1c277" providerId="ADAL" clId="{350CCFB3-DB0C-E845-B05D-B0FE63B504DF}" dt="2024-10-24T17:29:52.644" v="918" actId="165"/>
          <ac:spMkLst>
            <pc:docMk/>
            <pc:sldMk cId="652495488" sldId="263"/>
            <ac:spMk id="2" creationId="{72B86923-3B92-A89A-0DBA-F134C233BF47}"/>
          </ac:spMkLst>
        </pc:spChg>
        <pc:spChg chg="topLvl">
          <ac:chgData name="Layman, Lucas M." userId="765a6955-843c-4a07-9fa9-a46adec1c277" providerId="ADAL" clId="{350CCFB3-DB0C-E845-B05D-B0FE63B504DF}" dt="2024-10-24T17:29:52.644" v="918" actId="165"/>
          <ac:spMkLst>
            <pc:docMk/>
            <pc:sldMk cId="652495488" sldId="263"/>
            <ac:spMk id="4" creationId="{3096338D-9EC9-B3ED-81D3-7B4FA84BAAD5}"/>
          </ac:spMkLst>
        </pc:spChg>
        <pc:spChg chg="topLvl">
          <ac:chgData name="Layman, Lucas M." userId="765a6955-843c-4a07-9fa9-a46adec1c277" providerId="ADAL" clId="{350CCFB3-DB0C-E845-B05D-B0FE63B504DF}" dt="2024-10-24T17:29:52.459" v="917" actId="165"/>
          <ac:spMkLst>
            <pc:docMk/>
            <pc:sldMk cId="652495488" sldId="263"/>
            <ac:spMk id="17" creationId="{B0B668ED-5CF3-5FF1-04A1-D60D90DBFAAB}"/>
          </ac:spMkLst>
        </pc:spChg>
        <pc:spChg chg="topLvl">
          <ac:chgData name="Layman, Lucas M." userId="765a6955-843c-4a07-9fa9-a46adec1c277" providerId="ADAL" clId="{350CCFB3-DB0C-E845-B05D-B0FE63B504DF}" dt="2024-10-24T17:29:52.644" v="918" actId="165"/>
          <ac:spMkLst>
            <pc:docMk/>
            <pc:sldMk cId="652495488" sldId="263"/>
            <ac:spMk id="24" creationId="{0E9E3C52-3667-1C38-BB0F-5093F1DF7A47}"/>
          </ac:spMkLst>
        </pc:spChg>
        <pc:spChg chg="del">
          <ac:chgData name="Layman, Lucas M." userId="765a6955-843c-4a07-9fa9-a46adec1c277" providerId="ADAL" clId="{350CCFB3-DB0C-E845-B05D-B0FE63B504DF}" dt="2024-10-23T15:22:26.694" v="4" actId="478"/>
          <ac:spMkLst>
            <pc:docMk/>
            <pc:sldMk cId="652495488" sldId="263"/>
            <ac:spMk id="36" creationId="{23EE7FB7-66B2-464A-6A82-23DEE92724CF}"/>
          </ac:spMkLst>
        </pc:spChg>
        <pc:spChg chg="del mod">
          <ac:chgData name="Layman, Lucas M." userId="765a6955-843c-4a07-9fa9-a46adec1c277" providerId="ADAL" clId="{350CCFB3-DB0C-E845-B05D-B0FE63B504DF}" dt="2024-10-23T15:22:23.341" v="2" actId="478"/>
          <ac:spMkLst>
            <pc:docMk/>
            <pc:sldMk cId="652495488" sldId="263"/>
            <ac:spMk id="38" creationId="{0180F5F1-24E4-DA95-8875-02FFA8FD6ACC}"/>
          </ac:spMkLst>
        </pc:spChg>
        <pc:spChg chg="topLvl">
          <ac:chgData name="Layman, Lucas M." userId="765a6955-843c-4a07-9fa9-a46adec1c277" providerId="ADAL" clId="{350CCFB3-DB0C-E845-B05D-B0FE63B504DF}" dt="2024-10-24T17:29:52.644" v="918" actId="165"/>
          <ac:spMkLst>
            <pc:docMk/>
            <pc:sldMk cId="652495488" sldId="263"/>
            <ac:spMk id="42" creationId="{E9F58CCD-14B5-1819-A61A-440DD2AA9BBA}"/>
          </ac:spMkLst>
        </pc:spChg>
        <pc:grpChg chg="topLvl">
          <ac:chgData name="Layman, Lucas M." userId="765a6955-843c-4a07-9fa9-a46adec1c277" providerId="ADAL" clId="{350CCFB3-DB0C-E845-B05D-B0FE63B504DF}" dt="2024-10-24T17:29:53.773" v="920" actId="165"/>
          <ac:grpSpMkLst>
            <pc:docMk/>
            <pc:sldMk cId="652495488" sldId="263"/>
            <ac:grpSpMk id="13" creationId="{08F49E2D-31CA-A804-9D12-D5BAC5819A75}"/>
          </ac:grpSpMkLst>
        </pc:grpChg>
        <pc:grpChg chg="topLvl">
          <ac:chgData name="Layman, Lucas M." userId="765a6955-843c-4a07-9fa9-a46adec1c277" providerId="ADAL" clId="{350CCFB3-DB0C-E845-B05D-B0FE63B504DF}" dt="2024-10-24T17:29:53.773" v="920" actId="165"/>
          <ac:grpSpMkLst>
            <pc:docMk/>
            <pc:sldMk cId="652495488" sldId="263"/>
            <ac:grpSpMk id="14" creationId="{DF9B00C6-1049-1583-8F3A-4509A407EA40}"/>
          </ac:grpSpMkLst>
        </pc:grpChg>
        <pc:grpChg chg="del topLvl">
          <ac:chgData name="Layman, Lucas M." userId="765a6955-843c-4a07-9fa9-a46adec1c277" providerId="ADAL" clId="{350CCFB3-DB0C-E845-B05D-B0FE63B504DF}" dt="2024-10-24T17:29:52.644" v="918" actId="165"/>
          <ac:grpSpMkLst>
            <pc:docMk/>
            <pc:sldMk cId="652495488" sldId="263"/>
            <ac:grpSpMk id="15" creationId="{F3D40FB5-B487-DA3F-C485-38BB8F90EA80}"/>
          </ac:grpSpMkLst>
        </pc:grpChg>
        <pc:grpChg chg="del topLvl">
          <ac:chgData name="Layman, Lucas M." userId="765a6955-843c-4a07-9fa9-a46adec1c277" providerId="ADAL" clId="{350CCFB3-DB0C-E845-B05D-B0FE63B504DF}" dt="2024-10-24T17:29:53.773" v="920" actId="165"/>
          <ac:grpSpMkLst>
            <pc:docMk/>
            <pc:sldMk cId="652495488" sldId="263"/>
            <ac:grpSpMk id="16" creationId="{82B35022-DFB3-10E4-1B20-B11E66F4EAFC}"/>
          </ac:grpSpMkLst>
        </pc:grpChg>
        <pc:grpChg chg="del">
          <ac:chgData name="Layman, Lucas M." userId="765a6955-843c-4a07-9fa9-a46adec1c277" providerId="ADAL" clId="{350CCFB3-DB0C-E845-B05D-B0FE63B504DF}" dt="2024-10-24T17:29:52.459" v="917" actId="165"/>
          <ac:grpSpMkLst>
            <pc:docMk/>
            <pc:sldMk cId="652495488" sldId="263"/>
            <ac:grpSpMk id="18" creationId="{5F35F7A6-4A99-87EA-D9B1-DC5E01ED540F}"/>
          </ac:grpSpMkLst>
        </pc:grpChg>
        <pc:grpChg chg="del topLvl">
          <ac:chgData name="Layman, Lucas M." userId="765a6955-843c-4a07-9fa9-a46adec1c277" providerId="ADAL" clId="{350CCFB3-DB0C-E845-B05D-B0FE63B504DF}" dt="2024-10-24T17:29:53.130" v="919" actId="165"/>
          <ac:grpSpMkLst>
            <pc:docMk/>
            <pc:sldMk cId="652495488" sldId="263"/>
            <ac:grpSpMk id="23" creationId="{ECFA453E-6A03-359B-2D8F-3A0754C52B2C}"/>
          </ac:grpSpMkLst>
        </pc:grpChg>
        <pc:picChg chg="topLvl">
          <ac:chgData name="Layman, Lucas M." userId="765a6955-843c-4a07-9fa9-a46adec1c277" providerId="ADAL" clId="{350CCFB3-DB0C-E845-B05D-B0FE63B504DF}" dt="2024-10-24T17:29:53.773" v="920" actId="165"/>
          <ac:picMkLst>
            <pc:docMk/>
            <pc:sldMk cId="652495488" sldId="263"/>
            <ac:picMk id="9" creationId="{9B8BD1B7-641F-E723-E67D-6FD11B193FDA}"/>
          </ac:picMkLst>
        </pc:picChg>
        <pc:cxnChg chg="mod topLvl">
          <ac:chgData name="Layman, Lucas M." userId="765a6955-843c-4a07-9fa9-a46adec1c277" providerId="ADAL" clId="{350CCFB3-DB0C-E845-B05D-B0FE63B504DF}" dt="2024-10-24T17:30:20.453" v="923" actId="14100"/>
          <ac:cxnSpMkLst>
            <pc:docMk/>
            <pc:sldMk cId="652495488" sldId="263"/>
            <ac:cxnSpMk id="3" creationId="{E6DC08D1-0492-C5FB-8384-2AFCC2E35D15}"/>
          </ac:cxnSpMkLst>
        </pc:cxnChg>
        <pc:cxnChg chg="topLvl">
          <ac:chgData name="Layman, Lucas M." userId="765a6955-843c-4a07-9fa9-a46adec1c277" providerId="ADAL" clId="{350CCFB3-DB0C-E845-B05D-B0FE63B504DF}" dt="2024-10-24T17:29:52.644" v="918" actId="165"/>
          <ac:cxnSpMkLst>
            <pc:docMk/>
            <pc:sldMk cId="652495488" sldId="263"/>
            <ac:cxnSpMk id="6" creationId="{C302D3ED-2127-037F-BEA9-A6C5FCB43CC2}"/>
          </ac:cxnSpMkLst>
        </pc:cxnChg>
        <pc:cxnChg chg="mod topLvl">
          <ac:chgData name="Layman, Lucas M." userId="765a6955-843c-4a07-9fa9-a46adec1c277" providerId="ADAL" clId="{350CCFB3-DB0C-E845-B05D-B0FE63B504DF}" dt="2024-10-24T17:30:17.535" v="922" actId="14100"/>
          <ac:cxnSpMkLst>
            <pc:docMk/>
            <pc:sldMk cId="652495488" sldId="263"/>
            <ac:cxnSpMk id="25" creationId="{83F7AFBB-32DC-8AE6-2D99-4A078F003BC1}"/>
          </ac:cxnSpMkLst>
        </pc:cxnChg>
        <pc:cxnChg chg="mod topLvl">
          <ac:chgData name="Layman, Lucas M." userId="765a6955-843c-4a07-9fa9-a46adec1c277" providerId="ADAL" clId="{350CCFB3-DB0C-E845-B05D-B0FE63B504DF}" dt="2024-10-24T17:30:14.247" v="921" actId="14100"/>
          <ac:cxnSpMkLst>
            <pc:docMk/>
            <pc:sldMk cId="652495488" sldId="263"/>
            <ac:cxnSpMk id="29" creationId="{037D0108-EC88-A289-53BD-901819B91F8D}"/>
          </ac:cxnSpMkLst>
        </pc:cxnChg>
        <pc:cxnChg chg="del">
          <ac:chgData name="Layman, Lucas M." userId="765a6955-843c-4a07-9fa9-a46adec1c277" providerId="ADAL" clId="{350CCFB3-DB0C-E845-B05D-B0FE63B504DF}" dt="2024-10-23T15:22:28.541" v="5" actId="478"/>
          <ac:cxnSpMkLst>
            <pc:docMk/>
            <pc:sldMk cId="652495488" sldId="263"/>
            <ac:cxnSpMk id="35" creationId="{130D31E2-DE80-3785-846F-5252CE05CB54}"/>
          </ac:cxnSpMkLst>
        </pc:cxnChg>
        <pc:cxnChg chg="del">
          <ac:chgData name="Layman, Lucas M." userId="765a6955-843c-4a07-9fa9-a46adec1c277" providerId="ADAL" clId="{350CCFB3-DB0C-E845-B05D-B0FE63B504DF}" dt="2024-10-23T15:22:24.962" v="3" actId="478"/>
          <ac:cxnSpMkLst>
            <pc:docMk/>
            <pc:sldMk cId="652495488" sldId="263"/>
            <ac:cxnSpMk id="37" creationId="{CA917BB4-2625-9C12-CA79-5EEB0F5EA3A1}"/>
          </ac:cxnSpMkLst>
        </pc:cxnChg>
      </pc:sldChg>
      <pc:sldChg chg="addSp delSp modSp add mod">
        <pc:chgData name="Layman, Lucas M." userId="765a6955-843c-4a07-9fa9-a46adec1c277" providerId="ADAL" clId="{350CCFB3-DB0C-E845-B05D-B0FE63B504DF}" dt="2024-10-23T15:44:21.108" v="92" actId="164"/>
        <pc:sldMkLst>
          <pc:docMk/>
          <pc:sldMk cId="1671172102" sldId="264"/>
        </pc:sldMkLst>
        <pc:spChg chg="mod">
          <ac:chgData name="Layman, Lucas M." userId="765a6955-843c-4a07-9fa9-a46adec1c277" providerId="ADAL" clId="{350CCFB3-DB0C-E845-B05D-B0FE63B504DF}" dt="2024-10-23T15:40:43.843" v="26" actId="400"/>
          <ac:spMkLst>
            <pc:docMk/>
            <pc:sldMk cId="1671172102" sldId="264"/>
            <ac:spMk id="2" creationId="{BB2C4BA3-D270-021B-EB90-9810ECA5695B}"/>
          </ac:spMkLst>
        </pc:spChg>
        <pc:spChg chg="add mod">
          <ac:chgData name="Layman, Lucas M." userId="765a6955-843c-4a07-9fa9-a46adec1c277" providerId="ADAL" clId="{350CCFB3-DB0C-E845-B05D-B0FE63B504DF}" dt="2024-10-23T15:43:59.557" v="88" actId="1035"/>
          <ac:spMkLst>
            <pc:docMk/>
            <pc:sldMk cId="1671172102" sldId="264"/>
            <ac:spMk id="8" creationId="{C4F8EB23-0703-06AC-79AC-9A393024398C}"/>
          </ac:spMkLst>
        </pc:spChg>
        <pc:spChg chg="add mod">
          <ac:chgData name="Layman, Lucas M." userId="765a6955-843c-4a07-9fa9-a46adec1c277" providerId="ADAL" clId="{350CCFB3-DB0C-E845-B05D-B0FE63B504DF}" dt="2024-10-23T15:43:59.557" v="88" actId="1035"/>
          <ac:spMkLst>
            <pc:docMk/>
            <pc:sldMk cId="1671172102" sldId="264"/>
            <ac:spMk id="22" creationId="{9EA675F6-176B-2F6C-2BA5-CB2CDFB99CE4}"/>
          </ac:spMkLst>
        </pc:spChg>
        <pc:grpChg chg="mod">
          <ac:chgData name="Layman, Lucas M." userId="765a6955-843c-4a07-9fa9-a46adec1c277" providerId="ADAL" clId="{350CCFB3-DB0C-E845-B05D-B0FE63B504DF}" dt="2024-10-23T15:40:19.636" v="17" actId="1076"/>
          <ac:grpSpMkLst>
            <pc:docMk/>
            <pc:sldMk cId="1671172102" sldId="264"/>
            <ac:grpSpMk id="18" creationId="{F0E22358-28D6-1BAA-2715-3591B06B1E0D}"/>
          </ac:grpSpMkLst>
        </pc:grpChg>
        <pc:grpChg chg="add">
          <ac:chgData name="Layman, Lucas M." userId="765a6955-843c-4a07-9fa9-a46adec1c277" providerId="ADAL" clId="{350CCFB3-DB0C-E845-B05D-B0FE63B504DF}" dt="2024-10-23T15:44:21.108" v="92" actId="164"/>
          <ac:grpSpMkLst>
            <pc:docMk/>
            <pc:sldMk cId="1671172102" sldId="264"/>
            <ac:grpSpMk id="30" creationId="{A8577F73-C6BD-BCA1-74C6-4AFA74E769D6}"/>
          </ac:grpSpMkLst>
        </pc:grpChg>
        <pc:cxnChg chg="mod">
          <ac:chgData name="Layman, Lucas M." userId="765a6955-843c-4a07-9fa9-a46adec1c277" providerId="ADAL" clId="{350CCFB3-DB0C-E845-B05D-B0FE63B504DF}" dt="2024-10-23T15:44:05.319" v="89" actId="14100"/>
          <ac:cxnSpMkLst>
            <pc:docMk/>
            <pc:sldMk cId="1671172102" sldId="264"/>
            <ac:cxnSpMk id="3" creationId="{58AB0F4A-0279-9C1F-C05F-9702EC0D3DAB}"/>
          </ac:cxnSpMkLst>
        </pc:cxnChg>
        <pc:cxnChg chg="add del mod">
          <ac:chgData name="Layman, Lucas M." userId="765a6955-843c-4a07-9fa9-a46adec1c277" providerId="ADAL" clId="{350CCFB3-DB0C-E845-B05D-B0FE63B504DF}" dt="2024-10-23T15:41:19.669" v="32" actId="478"/>
          <ac:cxnSpMkLst>
            <pc:docMk/>
            <pc:sldMk cId="1671172102" sldId="264"/>
            <ac:cxnSpMk id="19" creationId="{1C9CA55D-D563-1505-13AC-5A3D8ECAA6E0}"/>
          </ac:cxnSpMkLst>
        </pc:cxnChg>
        <pc:cxnChg chg="mod">
          <ac:chgData name="Layman, Lucas M." userId="765a6955-843c-4a07-9fa9-a46adec1c277" providerId="ADAL" clId="{350CCFB3-DB0C-E845-B05D-B0FE63B504DF}" dt="2024-10-23T15:44:07.803" v="90" actId="14100"/>
          <ac:cxnSpMkLst>
            <pc:docMk/>
            <pc:sldMk cId="1671172102" sldId="264"/>
            <ac:cxnSpMk id="25" creationId="{8BAC9112-D8CF-3D29-D682-7223316AB442}"/>
          </ac:cxnSpMkLst>
        </pc:cxnChg>
        <pc:cxnChg chg="mod">
          <ac:chgData name="Layman, Lucas M." userId="765a6955-843c-4a07-9fa9-a46adec1c277" providerId="ADAL" clId="{350CCFB3-DB0C-E845-B05D-B0FE63B504DF}" dt="2024-10-23T15:44:11.756" v="91" actId="14100"/>
          <ac:cxnSpMkLst>
            <pc:docMk/>
            <pc:sldMk cId="1671172102" sldId="264"/>
            <ac:cxnSpMk id="29" creationId="{4035D036-3B9D-8685-279D-5173D31EB0D8}"/>
          </ac:cxnSpMkLst>
        </pc:cxnChg>
      </pc:sldChg>
      <pc:sldChg chg="addSp delSp modSp add mod">
        <pc:chgData name="Layman, Lucas M." userId="765a6955-843c-4a07-9fa9-a46adec1c277" providerId="ADAL" clId="{350CCFB3-DB0C-E845-B05D-B0FE63B504DF}" dt="2024-10-31T17:15:48.662" v="974"/>
        <pc:sldMkLst>
          <pc:docMk/>
          <pc:sldMk cId="2119560487" sldId="265"/>
        </pc:sldMkLst>
        <pc:spChg chg="mod">
          <ac:chgData name="Layman, Lucas M." userId="765a6955-843c-4a07-9fa9-a46adec1c277" providerId="ADAL" clId="{350CCFB3-DB0C-E845-B05D-B0FE63B504DF}" dt="2024-10-23T16:48:02.023" v="256" actId="20577"/>
          <ac:spMkLst>
            <pc:docMk/>
            <pc:sldMk cId="2119560487" sldId="265"/>
            <ac:spMk id="2" creationId="{0E6C024A-8FBD-DC1F-72E3-962B902EADD2}"/>
          </ac:spMkLst>
        </pc:spChg>
        <pc:spChg chg="mod">
          <ac:chgData name="Layman, Lucas M." userId="765a6955-843c-4a07-9fa9-a46adec1c277" providerId="ADAL" clId="{350CCFB3-DB0C-E845-B05D-B0FE63B504DF}" dt="2024-10-23T16:10:06.269" v="238" actId="14100"/>
          <ac:spMkLst>
            <pc:docMk/>
            <pc:sldMk cId="2119560487" sldId="265"/>
            <ac:spMk id="8" creationId="{2CC731CF-5BDA-371B-BA5A-D4494E0C4E0B}"/>
          </ac:spMkLst>
        </pc:spChg>
        <pc:spChg chg="add mod">
          <ac:chgData name="Layman, Lucas M." userId="765a6955-843c-4a07-9fa9-a46adec1c277" providerId="ADAL" clId="{350CCFB3-DB0C-E845-B05D-B0FE63B504DF}" dt="2024-10-31T17:15:48.662" v="974"/>
          <ac:spMkLst>
            <pc:docMk/>
            <pc:sldMk cId="2119560487" sldId="265"/>
            <ac:spMk id="12" creationId="{65750F6C-4BFB-C0E3-951B-5E2173F2CE7A}"/>
          </ac:spMkLst>
        </pc:spChg>
        <pc:spChg chg="add del mod">
          <ac:chgData name="Layman, Lucas M." userId="765a6955-843c-4a07-9fa9-a46adec1c277" providerId="ADAL" clId="{350CCFB3-DB0C-E845-B05D-B0FE63B504DF}" dt="2024-10-23T15:57:31.285" v="140" actId="478"/>
          <ac:spMkLst>
            <pc:docMk/>
            <pc:sldMk cId="2119560487" sldId="265"/>
            <ac:spMk id="19" creationId="{482BF28B-ED86-CD8A-92BF-4BE54C64A97D}"/>
          </ac:spMkLst>
        </pc:spChg>
        <pc:spChg chg="del">
          <ac:chgData name="Layman, Lucas M." userId="765a6955-843c-4a07-9fa9-a46adec1c277" providerId="ADAL" clId="{350CCFB3-DB0C-E845-B05D-B0FE63B504DF}" dt="2024-10-23T15:55:23.708" v="94" actId="478"/>
          <ac:spMkLst>
            <pc:docMk/>
            <pc:sldMk cId="2119560487" sldId="265"/>
            <ac:spMk id="22" creationId="{9849C03C-76BF-4BDF-503A-A69765F26F42}"/>
          </ac:spMkLst>
        </pc:spChg>
        <pc:spChg chg="add mod">
          <ac:chgData name="Layman, Lucas M." userId="765a6955-843c-4a07-9fa9-a46adec1c277" providerId="ADAL" clId="{350CCFB3-DB0C-E845-B05D-B0FE63B504DF}" dt="2024-10-23T16:10:11.552" v="244" actId="20577"/>
          <ac:spMkLst>
            <pc:docMk/>
            <pc:sldMk cId="2119560487" sldId="265"/>
            <ac:spMk id="26" creationId="{2EE9E08A-9D3B-ABEA-035C-8724BBF37D05}"/>
          </ac:spMkLst>
        </pc:spChg>
        <pc:grpChg chg="add">
          <ac:chgData name="Layman, Lucas M." userId="765a6955-843c-4a07-9fa9-a46adec1c277" providerId="ADAL" clId="{350CCFB3-DB0C-E845-B05D-B0FE63B504DF}" dt="2024-10-23T15:59:51.469" v="214" actId="164"/>
          <ac:grpSpMkLst>
            <pc:docMk/>
            <pc:sldMk cId="2119560487" sldId="265"/>
            <ac:grpSpMk id="27" creationId="{3661E6F0-1B04-8291-53D6-A8D5BCA7812C}"/>
          </ac:grpSpMkLst>
        </pc:grpChg>
        <pc:cxnChg chg="add del mod">
          <ac:chgData name="Layman, Lucas M." userId="765a6955-843c-4a07-9fa9-a46adec1c277" providerId="ADAL" clId="{350CCFB3-DB0C-E845-B05D-B0FE63B504DF}" dt="2024-10-23T15:57:33.828" v="141" actId="478"/>
          <ac:cxnSpMkLst>
            <pc:docMk/>
            <pc:sldMk cId="2119560487" sldId="265"/>
            <ac:cxnSpMk id="12" creationId="{BB921FED-3AED-CACF-199C-34D63D2D089D}"/>
          </ac:cxnSpMkLst>
        </pc:cxnChg>
      </pc:sldChg>
      <pc:sldChg chg="addSp delSp modSp add mod">
        <pc:chgData name="Layman, Lucas M." userId="765a6955-843c-4a07-9fa9-a46adec1c277" providerId="ADAL" clId="{350CCFB3-DB0C-E845-B05D-B0FE63B504DF}" dt="2024-10-23T18:15:01.487" v="588" actId="20577"/>
        <pc:sldMkLst>
          <pc:docMk/>
          <pc:sldMk cId="3908862189" sldId="266"/>
        </pc:sldMkLst>
        <pc:spChg chg="mod">
          <ac:chgData name="Layman, Lucas M." userId="765a6955-843c-4a07-9fa9-a46adec1c277" providerId="ADAL" clId="{350CCFB3-DB0C-E845-B05D-B0FE63B504DF}" dt="2024-10-23T18:15:01.487" v="588" actId="20577"/>
          <ac:spMkLst>
            <pc:docMk/>
            <pc:sldMk cId="3908862189" sldId="266"/>
            <ac:spMk id="2" creationId="{D0650434-4C01-86BC-1621-403CE79DD9A4}"/>
          </ac:spMkLst>
        </pc:spChg>
        <pc:spChg chg="del topLvl">
          <ac:chgData name="Layman, Lucas M." userId="765a6955-843c-4a07-9fa9-a46adec1c277" providerId="ADAL" clId="{350CCFB3-DB0C-E845-B05D-B0FE63B504DF}" dt="2024-10-23T16:57:22.728" v="265" actId="478"/>
          <ac:spMkLst>
            <pc:docMk/>
            <pc:sldMk cId="3908862189" sldId="266"/>
            <ac:spMk id="8" creationId="{39AF34AE-5608-8833-B92C-E6B3182FF7CD}"/>
          </ac:spMkLst>
        </pc:spChg>
        <pc:spChg chg="add mod">
          <ac:chgData name="Layman, Lucas M." userId="765a6955-843c-4a07-9fa9-a46adec1c277" providerId="ADAL" clId="{350CCFB3-DB0C-E845-B05D-B0FE63B504DF}" dt="2024-10-23T17:02:58.633" v="281" actId="20577"/>
          <ac:spMkLst>
            <pc:docMk/>
            <pc:sldMk cId="3908862189" sldId="266"/>
            <ac:spMk id="20" creationId="{6CF392AE-41B2-0F74-AD29-B1BB1A0787E9}"/>
          </ac:spMkLst>
        </pc:spChg>
        <pc:spChg chg="add del mod">
          <ac:chgData name="Layman, Lucas M." userId="765a6955-843c-4a07-9fa9-a46adec1c277" providerId="ADAL" clId="{350CCFB3-DB0C-E845-B05D-B0FE63B504DF}" dt="2024-10-23T17:03:00.710" v="282" actId="21"/>
          <ac:spMkLst>
            <pc:docMk/>
            <pc:sldMk cId="3908862189" sldId="266"/>
            <ac:spMk id="21" creationId="{015AD22B-53AC-1D35-7D47-C097A4A10B1B}"/>
          </ac:spMkLst>
        </pc:spChg>
        <pc:spChg chg="add mod">
          <ac:chgData name="Layman, Lucas M." userId="765a6955-843c-4a07-9fa9-a46adec1c277" providerId="ADAL" clId="{350CCFB3-DB0C-E845-B05D-B0FE63B504DF}" dt="2024-10-23T17:03:01.917" v="283"/>
          <ac:spMkLst>
            <pc:docMk/>
            <pc:sldMk cId="3908862189" sldId="266"/>
            <ac:spMk id="26" creationId="{7DA891B2-B242-F94D-F4B7-9CFBE7E4AEE3}"/>
          </ac:spMkLst>
        </pc:spChg>
        <pc:spChg chg="add mod">
          <ac:chgData name="Layman, Lucas M." userId="765a6955-843c-4a07-9fa9-a46adec1c277" providerId="ADAL" clId="{350CCFB3-DB0C-E845-B05D-B0FE63B504DF}" dt="2024-10-23T17:03:35.484" v="307" actId="1038"/>
          <ac:spMkLst>
            <pc:docMk/>
            <pc:sldMk cId="3908862189" sldId="266"/>
            <ac:spMk id="27" creationId="{54FB6CEF-9C82-D386-8A4A-EC61C7D200B2}"/>
          </ac:spMkLst>
        </pc:spChg>
        <pc:spChg chg="mod">
          <ac:chgData name="Layman, Lucas M." userId="765a6955-843c-4a07-9fa9-a46adec1c277" providerId="ADAL" clId="{350CCFB3-DB0C-E845-B05D-B0FE63B504DF}" dt="2024-10-23T17:13:08.774" v="310"/>
          <ac:spMkLst>
            <pc:docMk/>
            <pc:sldMk cId="3908862189" sldId="266"/>
            <ac:spMk id="33" creationId="{24F555B9-A751-720A-522F-4CA3AC7420EF}"/>
          </ac:spMkLst>
        </pc:spChg>
        <pc:spChg chg="mod">
          <ac:chgData name="Layman, Lucas M." userId="765a6955-843c-4a07-9fa9-a46adec1c277" providerId="ADAL" clId="{350CCFB3-DB0C-E845-B05D-B0FE63B504DF}" dt="2024-10-23T17:13:08.774" v="310"/>
          <ac:spMkLst>
            <pc:docMk/>
            <pc:sldMk cId="3908862189" sldId="266"/>
            <ac:spMk id="34" creationId="{B081EEEF-B068-DDB0-DC77-9C64E31CDC5F}"/>
          </ac:spMkLst>
        </pc:spChg>
        <pc:spChg chg="mod">
          <ac:chgData name="Layman, Lucas M." userId="765a6955-843c-4a07-9fa9-a46adec1c277" providerId="ADAL" clId="{350CCFB3-DB0C-E845-B05D-B0FE63B504DF}" dt="2024-10-23T17:13:08.774" v="310"/>
          <ac:spMkLst>
            <pc:docMk/>
            <pc:sldMk cId="3908862189" sldId="266"/>
            <ac:spMk id="37" creationId="{1697F7F6-1690-49C9-53C5-736136029817}"/>
          </ac:spMkLst>
        </pc:spChg>
        <pc:spChg chg="mod">
          <ac:chgData name="Layman, Lucas M." userId="765a6955-843c-4a07-9fa9-a46adec1c277" providerId="ADAL" clId="{350CCFB3-DB0C-E845-B05D-B0FE63B504DF}" dt="2024-10-23T17:13:08.774" v="310"/>
          <ac:spMkLst>
            <pc:docMk/>
            <pc:sldMk cId="3908862189" sldId="266"/>
            <ac:spMk id="38" creationId="{A1F9657B-4530-A0CB-E40D-91B9863B5C20}"/>
          </ac:spMkLst>
        </pc:spChg>
        <pc:spChg chg="mod">
          <ac:chgData name="Layman, Lucas M." userId="765a6955-843c-4a07-9fa9-a46adec1c277" providerId="ADAL" clId="{350CCFB3-DB0C-E845-B05D-B0FE63B504DF}" dt="2024-10-23T17:13:08.774" v="310"/>
          <ac:spMkLst>
            <pc:docMk/>
            <pc:sldMk cId="3908862189" sldId="266"/>
            <ac:spMk id="40" creationId="{37DFA313-8EE8-F5E5-54B4-2E3AB3B2F476}"/>
          </ac:spMkLst>
        </pc:spChg>
        <pc:spChg chg="mod">
          <ac:chgData name="Layman, Lucas M." userId="765a6955-843c-4a07-9fa9-a46adec1c277" providerId="ADAL" clId="{350CCFB3-DB0C-E845-B05D-B0FE63B504DF}" dt="2024-10-23T17:13:08.774" v="310"/>
          <ac:spMkLst>
            <pc:docMk/>
            <pc:sldMk cId="3908862189" sldId="266"/>
            <ac:spMk id="43" creationId="{811294E8-288C-972A-C09E-9FFB6F043321}"/>
          </ac:spMkLst>
        </pc:spChg>
        <pc:spChg chg="mod">
          <ac:chgData name="Layman, Lucas M." userId="765a6955-843c-4a07-9fa9-a46adec1c277" providerId="ADAL" clId="{350CCFB3-DB0C-E845-B05D-B0FE63B504DF}" dt="2024-10-23T17:13:08.774" v="310"/>
          <ac:spMkLst>
            <pc:docMk/>
            <pc:sldMk cId="3908862189" sldId="266"/>
            <ac:spMk id="46" creationId="{A12AC129-18B7-D6CC-0132-C69CDB9F033E}"/>
          </ac:spMkLst>
        </pc:spChg>
        <pc:spChg chg="mod">
          <ac:chgData name="Layman, Lucas M." userId="765a6955-843c-4a07-9fa9-a46adec1c277" providerId="ADAL" clId="{350CCFB3-DB0C-E845-B05D-B0FE63B504DF}" dt="2024-10-23T17:13:08.774" v="310"/>
          <ac:spMkLst>
            <pc:docMk/>
            <pc:sldMk cId="3908862189" sldId="266"/>
            <ac:spMk id="47" creationId="{6E5538AC-C2F5-8FD9-624A-C643F554E7CF}"/>
          </ac:spMkLst>
        </pc:spChg>
        <pc:spChg chg="mod">
          <ac:chgData name="Layman, Lucas M." userId="765a6955-843c-4a07-9fa9-a46adec1c277" providerId="ADAL" clId="{350CCFB3-DB0C-E845-B05D-B0FE63B504DF}" dt="2024-10-23T17:13:08.774" v="310"/>
          <ac:spMkLst>
            <pc:docMk/>
            <pc:sldMk cId="3908862189" sldId="266"/>
            <ac:spMk id="48" creationId="{8FEE478C-7AFC-7DF9-A4F6-13D1E24F3545}"/>
          </ac:spMkLst>
        </pc:spChg>
        <pc:spChg chg="mod">
          <ac:chgData name="Layman, Lucas M." userId="765a6955-843c-4a07-9fa9-a46adec1c277" providerId="ADAL" clId="{350CCFB3-DB0C-E845-B05D-B0FE63B504DF}" dt="2024-10-23T17:13:08.774" v="310"/>
          <ac:spMkLst>
            <pc:docMk/>
            <pc:sldMk cId="3908862189" sldId="266"/>
            <ac:spMk id="56" creationId="{5ED15B7E-F9DD-AB73-A9EC-71B46480AC23}"/>
          </ac:spMkLst>
        </pc:spChg>
        <pc:spChg chg="mod">
          <ac:chgData name="Layman, Lucas M." userId="765a6955-843c-4a07-9fa9-a46adec1c277" providerId="ADAL" clId="{350CCFB3-DB0C-E845-B05D-B0FE63B504DF}" dt="2024-10-23T17:13:08.774" v="310"/>
          <ac:spMkLst>
            <pc:docMk/>
            <pc:sldMk cId="3908862189" sldId="266"/>
            <ac:spMk id="58" creationId="{2B53DEC9-A815-4F65-536D-9A67E8F50097}"/>
          </ac:spMkLst>
        </pc:spChg>
        <pc:grpChg chg="topLvl">
          <ac:chgData name="Layman, Lucas M." userId="765a6955-843c-4a07-9fa9-a46adec1c277" providerId="ADAL" clId="{350CCFB3-DB0C-E845-B05D-B0FE63B504DF}" dt="2024-10-23T16:57:22.728" v="265" actId="478"/>
          <ac:grpSpMkLst>
            <pc:docMk/>
            <pc:sldMk cId="3908862189" sldId="266"/>
            <ac:grpSpMk id="18" creationId="{76EBC6BC-3AF6-A81E-DB87-077F5C0D1157}"/>
          </ac:grpSpMkLst>
        </pc:grpChg>
        <pc:grpChg chg="add">
          <ac:chgData name="Layman, Lucas M." userId="765a6955-843c-4a07-9fa9-a46adec1c277" providerId="ADAL" clId="{350CCFB3-DB0C-E845-B05D-B0FE63B504DF}" dt="2024-10-23T16:57:31.688" v="268" actId="164"/>
          <ac:grpSpMkLst>
            <pc:docMk/>
            <pc:sldMk cId="3908862189" sldId="266"/>
            <ac:grpSpMk id="22" creationId="{CD91EB7C-09C4-8656-D452-E74782AEB199}"/>
          </ac:grpSpMkLst>
        </pc:grpChg>
        <pc:grpChg chg="add">
          <ac:chgData name="Layman, Lucas M." userId="765a6955-843c-4a07-9fa9-a46adec1c277" providerId="ADAL" clId="{350CCFB3-DB0C-E845-B05D-B0FE63B504DF}" dt="2024-10-23T17:03:41.840" v="308" actId="164"/>
          <ac:grpSpMkLst>
            <pc:docMk/>
            <pc:sldMk cId="3908862189" sldId="266"/>
            <ac:grpSpMk id="28" creationId="{23B63B92-576D-A448-708E-01602493A37A}"/>
          </ac:grpSpMkLst>
        </pc:grpChg>
        <pc:grpChg chg="del">
          <ac:chgData name="Layman, Lucas M." userId="765a6955-843c-4a07-9fa9-a46adec1c277" providerId="ADAL" clId="{350CCFB3-DB0C-E845-B05D-B0FE63B504DF}" dt="2024-10-23T16:57:22.728" v="265" actId="478"/>
          <ac:grpSpMkLst>
            <pc:docMk/>
            <pc:sldMk cId="3908862189" sldId="266"/>
            <ac:grpSpMk id="30" creationId="{5339BC9F-35FD-4F6C-A6C0-4A89CD28892D}"/>
          </ac:grpSpMkLst>
        </pc:grpChg>
        <pc:grpChg chg="add mod">
          <ac:chgData name="Layman, Lucas M." userId="765a6955-843c-4a07-9fa9-a46adec1c277" providerId="ADAL" clId="{350CCFB3-DB0C-E845-B05D-B0FE63B504DF}" dt="2024-10-23T17:13:08.774" v="310"/>
          <ac:grpSpMkLst>
            <pc:docMk/>
            <pc:sldMk cId="3908862189" sldId="266"/>
            <ac:grpSpMk id="31" creationId="{6B13EB0E-1628-7869-63BB-C2CD1E577A74}"/>
          </ac:grpSpMkLst>
        </pc:grpChg>
        <pc:grpChg chg="mod">
          <ac:chgData name="Layman, Lucas M." userId="765a6955-843c-4a07-9fa9-a46adec1c277" providerId="ADAL" clId="{350CCFB3-DB0C-E845-B05D-B0FE63B504DF}" dt="2024-10-23T17:13:08.774" v="310"/>
          <ac:grpSpMkLst>
            <pc:docMk/>
            <pc:sldMk cId="3908862189" sldId="266"/>
            <ac:grpSpMk id="32" creationId="{7DFDE2ED-0AF7-9C68-36C8-848830DEE3D4}"/>
          </ac:grpSpMkLst>
        </pc:grpChg>
        <pc:grpChg chg="mod">
          <ac:chgData name="Layman, Lucas M." userId="765a6955-843c-4a07-9fa9-a46adec1c277" providerId="ADAL" clId="{350CCFB3-DB0C-E845-B05D-B0FE63B504DF}" dt="2024-10-23T17:13:08.774" v="310"/>
          <ac:grpSpMkLst>
            <pc:docMk/>
            <pc:sldMk cId="3908862189" sldId="266"/>
            <ac:grpSpMk id="35" creationId="{F92F28D8-003C-116A-818A-1FBF5ECAB88D}"/>
          </ac:grpSpMkLst>
        </pc:grpChg>
        <pc:grpChg chg="mod">
          <ac:chgData name="Layman, Lucas M." userId="765a6955-843c-4a07-9fa9-a46adec1c277" providerId="ADAL" clId="{350CCFB3-DB0C-E845-B05D-B0FE63B504DF}" dt="2024-10-23T17:13:08.774" v="310"/>
          <ac:grpSpMkLst>
            <pc:docMk/>
            <pc:sldMk cId="3908862189" sldId="266"/>
            <ac:grpSpMk id="39" creationId="{D058FF43-D5FD-4DC1-43DA-3D6F6070CCDD}"/>
          </ac:grpSpMkLst>
        </pc:grpChg>
        <pc:grpChg chg="mod">
          <ac:chgData name="Layman, Lucas M." userId="765a6955-843c-4a07-9fa9-a46adec1c277" providerId="ADAL" clId="{350CCFB3-DB0C-E845-B05D-B0FE63B504DF}" dt="2024-10-23T17:13:08.774" v="310"/>
          <ac:grpSpMkLst>
            <pc:docMk/>
            <pc:sldMk cId="3908862189" sldId="266"/>
            <ac:grpSpMk id="41" creationId="{EFB8F944-794C-2784-8923-859E42FE0ECC}"/>
          </ac:grpSpMkLst>
        </pc:grpChg>
        <pc:grpChg chg="mod">
          <ac:chgData name="Layman, Lucas M." userId="765a6955-843c-4a07-9fa9-a46adec1c277" providerId="ADAL" clId="{350CCFB3-DB0C-E845-B05D-B0FE63B504DF}" dt="2024-10-23T17:13:08.774" v="310"/>
          <ac:grpSpMkLst>
            <pc:docMk/>
            <pc:sldMk cId="3908862189" sldId="266"/>
            <ac:grpSpMk id="50" creationId="{938FC833-8B5D-B968-DA3C-CAFB32A7EA95}"/>
          </ac:grpSpMkLst>
        </pc:grpChg>
        <pc:grpChg chg="mod">
          <ac:chgData name="Layman, Lucas M." userId="765a6955-843c-4a07-9fa9-a46adec1c277" providerId="ADAL" clId="{350CCFB3-DB0C-E845-B05D-B0FE63B504DF}" dt="2024-10-23T17:13:08.774" v="310"/>
          <ac:grpSpMkLst>
            <pc:docMk/>
            <pc:sldMk cId="3908862189" sldId="266"/>
            <ac:grpSpMk id="52" creationId="{39E0076D-8C41-3D9D-6096-CC2E602AFBE6}"/>
          </ac:grpSpMkLst>
        </pc:grpChg>
        <pc:grpChg chg="mod">
          <ac:chgData name="Layman, Lucas M." userId="765a6955-843c-4a07-9fa9-a46adec1c277" providerId="ADAL" clId="{350CCFB3-DB0C-E845-B05D-B0FE63B504DF}" dt="2024-10-23T17:13:08.774" v="310"/>
          <ac:grpSpMkLst>
            <pc:docMk/>
            <pc:sldMk cId="3908862189" sldId="266"/>
            <ac:grpSpMk id="53" creationId="{9F0E4A6D-C26F-538E-40B6-240ACD4A7C0F}"/>
          </ac:grpSpMkLst>
        </pc:grpChg>
        <pc:picChg chg="mod">
          <ac:chgData name="Layman, Lucas M." userId="765a6955-843c-4a07-9fa9-a46adec1c277" providerId="ADAL" clId="{350CCFB3-DB0C-E845-B05D-B0FE63B504DF}" dt="2024-10-23T17:13:08.774" v="310"/>
          <ac:picMkLst>
            <pc:docMk/>
            <pc:sldMk cId="3908862189" sldId="266"/>
            <ac:picMk id="54" creationId="{A024D60D-7CF0-D39D-2D8A-34B0BFC0AD25}"/>
          </ac:picMkLst>
        </pc:picChg>
        <pc:picChg chg="mod">
          <ac:chgData name="Layman, Lucas M." userId="765a6955-843c-4a07-9fa9-a46adec1c277" providerId="ADAL" clId="{350CCFB3-DB0C-E845-B05D-B0FE63B504DF}" dt="2024-10-23T17:13:08.774" v="310"/>
          <ac:picMkLst>
            <pc:docMk/>
            <pc:sldMk cId="3908862189" sldId="266"/>
            <ac:picMk id="55" creationId="{7EB66F16-4FF9-4FA4-6717-2FE5BA64D685}"/>
          </ac:picMkLst>
        </pc:picChg>
        <pc:picChg chg="mod">
          <ac:chgData name="Layman, Lucas M." userId="765a6955-843c-4a07-9fa9-a46adec1c277" providerId="ADAL" clId="{350CCFB3-DB0C-E845-B05D-B0FE63B504DF}" dt="2024-10-23T17:13:08.774" v="310"/>
          <ac:picMkLst>
            <pc:docMk/>
            <pc:sldMk cId="3908862189" sldId="266"/>
            <ac:picMk id="57" creationId="{738B8B4E-80D2-730A-7769-9DAB968CE336}"/>
          </ac:picMkLst>
        </pc:picChg>
        <pc:cxnChg chg="mod">
          <ac:chgData name="Layman, Lucas M." userId="765a6955-843c-4a07-9fa9-a46adec1c277" providerId="ADAL" clId="{350CCFB3-DB0C-E845-B05D-B0FE63B504DF}" dt="2024-10-23T16:57:22.728" v="265" actId="478"/>
          <ac:cxnSpMkLst>
            <pc:docMk/>
            <pc:sldMk cId="3908862189" sldId="266"/>
            <ac:cxnSpMk id="12" creationId="{12BF6120-F05C-07FB-A8DD-959A7C19E152}"/>
          </ac:cxnSpMkLst>
        </pc:cxnChg>
        <pc:cxnChg chg="mod">
          <ac:chgData name="Layman, Lucas M." userId="765a6955-843c-4a07-9fa9-a46adec1c277" providerId="ADAL" clId="{350CCFB3-DB0C-E845-B05D-B0FE63B504DF}" dt="2024-10-23T17:13:08.774" v="310"/>
          <ac:cxnSpMkLst>
            <pc:docMk/>
            <pc:sldMk cId="3908862189" sldId="266"/>
            <ac:cxnSpMk id="36" creationId="{53C92E15-39EE-19C2-23FD-69B85DE92813}"/>
          </ac:cxnSpMkLst>
        </pc:cxnChg>
        <pc:cxnChg chg="mod">
          <ac:chgData name="Layman, Lucas M." userId="765a6955-843c-4a07-9fa9-a46adec1c277" providerId="ADAL" clId="{350CCFB3-DB0C-E845-B05D-B0FE63B504DF}" dt="2024-10-23T17:13:08.774" v="310"/>
          <ac:cxnSpMkLst>
            <pc:docMk/>
            <pc:sldMk cId="3908862189" sldId="266"/>
            <ac:cxnSpMk id="44" creationId="{70273F88-41A9-B4DD-3FE5-5548F010129D}"/>
          </ac:cxnSpMkLst>
        </pc:cxnChg>
        <pc:cxnChg chg="mod">
          <ac:chgData name="Layman, Lucas M." userId="765a6955-843c-4a07-9fa9-a46adec1c277" providerId="ADAL" clId="{350CCFB3-DB0C-E845-B05D-B0FE63B504DF}" dt="2024-10-23T17:13:08.774" v="310"/>
          <ac:cxnSpMkLst>
            <pc:docMk/>
            <pc:sldMk cId="3908862189" sldId="266"/>
            <ac:cxnSpMk id="45" creationId="{0F6136BF-E5BE-18B1-CC14-16902F73E8E0}"/>
          </ac:cxnSpMkLst>
        </pc:cxnChg>
        <pc:cxnChg chg="mod">
          <ac:chgData name="Layman, Lucas M." userId="765a6955-843c-4a07-9fa9-a46adec1c277" providerId="ADAL" clId="{350CCFB3-DB0C-E845-B05D-B0FE63B504DF}" dt="2024-10-23T17:13:08.774" v="310"/>
          <ac:cxnSpMkLst>
            <pc:docMk/>
            <pc:sldMk cId="3908862189" sldId="266"/>
            <ac:cxnSpMk id="49" creationId="{E9EA9ADE-D0FC-94ED-A095-AD67424D6421}"/>
          </ac:cxnSpMkLst>
        </pc:cxnChg>
        <pc:cxnChg chg="mod">
          <ac:chgData name="Layman, Lucas M." userId="765a6955-843c-4a07-9fa9-a46adec1c277" providerId="ADAL" clId="{350CCFB3-DB0C-E845-B05D-B0FE63B504DF}" dt="2024-10-23T17:13:08.774" v="310"/>
          <ac:cxnSpMkLst>
            <pc:docMk/>
            <pc:sldMk cId="3908862189" sldId="266"/>
            <ac:cxnSpMk id="51" creationId="{CBB8565E-12AB-E8E8-AF79-3461A21B43BA}"/>
          </ac:cxnSpMkLst>
        </pc:cxnChg>
      </pc:sldChg>
      <pc:sldChg chg="addSp modSp add mod">
        <pc:chgData name="Layman, Lucas M." userId="765a6955-843c-4a07-9fa9-a46adec1c277" providerId="ADAL" clId="{350CCFB3-DB0C-E845-B05D-B0FE63B504DF}" dt="2024-10-31T17:17:18.568" v="990" actId="20577"/>
        <pc:sldMkLst>
          <pc:docMk/>
          <pc:sldMk cId="2247832938" sldId="267"/>
        </pc:sldMkLst>
        <pc:spChg chg="mod">
          <ac:chgData name="Layman, Lucas M." userId="765a6955-843c-4a07-9fa9-a46adec1c277" providerId="ADAL" clId="{350CCFB3-DB0C-E845-B05D-B0FE63B504DF}" dt="2024-10-23T16:50:51.744" v="258" actId="6549"/>
          <ac:spMkLst>
            <pc:docMk/>
            <pc:sldMk cId="2247832938" sldId="267"/>
            <ac:spMk id="8" creationId="{257EE770-E853-77BB-1890-E6A946AA53EF}"/>
          </ac:spMkLst>
        </pc:spChg>
        <pc:spChg chg="add mod">
          <ac:chgData name="Layman, Lucas M." userId="765a6955-843c-4a07-9fa9-a46adec1c277" providerId="ADAL" clId="{350CCFB3-DB0C-E845-B05D-B0FE63B504DF}" dt="2024-10-31T17:17:18.568" v="990" actId="20577"/>
          <ac:spMkLst>
            <pc:docMk/>
            <pc:sldMk cId="2247832938" sldId="267"/>
            <ac:spMk id="12" creationId="{CD8AFCA8-3918-9F02-44C6-18A1414E0FB7}"/>
          </ac:spMkLst>
        </pc:spChg>
        <pc:spChg chg="mod">
          <ac:chgData name="Layman, Lucas M." userId="765a6955-843c-4a07-9fa9-a46adec1c277" providerId="ADAL" clId="{350CCFB3-DB0C-E845-B05D-B0FE63B504DF}" dt="2024-10-23T16:51:00.851" v="264" actId="20577"/>
          <ac:spMkLst>
            <pc:docMk/>
            <pc:sldMk cId="2247832938" sldId="267"/>
            <ac:spMk id="26" creationId="{7F85600D-1BA9-CFB4-3E2A-DEDCD2102628}"/>
          </ac:spMkLst>
        </pc:spChg>
      </pc:sldChg>
      <pc:sldChg chg="addSp delSp modSp add del mod">
        <pc:chgData name="Layman, Lucas M." userId="765a6955-843c-4a07-9fa9-a46adec1c277" providerId="ADAL" clId="{350CCFB3-DB0C-E845-B05D-B0FE63B504DF}" dt="2024-10-23T18:13:13.065" v="535" actId="2696"/>
        <pc:sldMkLst>
          <pc:docMk/>
          <pc:sldMk cId="457721068" sldId="268"/>
        </pc:sldMkLst>
        <pc:spChg chg="mod topLvl">
          <ac:chgData name="Layman, Lucas M." userId="765a6955-843c-4a07-9fa9-a46adec1c277" providerId="ADAL" clId="{350CCFB3-DB0C-E845-B05D-B0FE63B504DF}" dt="2024-10-23T18:07:17.117" v="474" actId="1038"/>
          <ac:spMkLst>
            <pc:docMk/>
            <pc:sldMk cId="457721068" sldId="268"/>
            <ac:spMk id="2" creationId="{41A5B4B4-FAAD-F4C0-6E9A-D72C4183523E}"/>
          </ac:spMkLst>
        </pc:spChg>
        <pc:spChg chg="topLvl">
          <ac:chgData name="Layman, Lucas M." userId="765a6955-843c-4a07-9fa9-a46adec1c277" providerId="ADAL" clId="{350CCFB3-DB0C-E845-B05D-B0FE63B504DF}" dt="2024-10-23T18:07:05.412" v="449" actId="165"/>
          <ac:spMkLst>
            <pc:docMk/>
            <pc:sldMk cId="457721068" sldId="268"/>
            <ac:spMk id="4" creationId="{5BF58630-9A10-F65B-8D74-B8EE209F4120}"/>
          </ac:spMkLst>
        </pc:spChg>
        <pc:spChg chg="add mod topLvl">
          <ac:chgData name="Layman, Lucas M." userId="765a6955-843c-4a07-9fa9-a46adec1c277" providerId="ADAL" clId="{350CCFB3-DB0C-E845-B05D-B0FE63B504DF}" dt="2024-10-23T18:07:17.117" v="474" actId="1038"/>
          <ac:spMkLst>
            <pc:docMk/>
            <pc:sldMk cId="457721068" sldId="268"/>
            <ac:spMk id="8" creationId="{F44C4BBE-2F91-4CDA-1E46-70DF414CC918}"/>
          </ac:spMkLst>
        </pc:spChg>
        <pc:spChg chg="topLvl">
          <ac:chgData name="Layman, Lucas M." userId="765a6955-843c-4a07-9fa9-a46adec1c277" providerId="ADAL" clId="{350CCFB3-DB0C-E845-B05D-B0FE63B504DF}" dt="2024-10-23T18:07:05.412" v="449" actId="165"/>
          <ac:spMkLst>
            <pc:docMk/>
            <pc:sldMk cId="457721068" sldId="268"/>
            <ac:spMk id="17" creationId="{F4516BBA-6CFA-906C-9E43-594EB74AC662}"/>
          </ac:spMkLst>
        </pc:spChg>
        <pc:spChg chg="mod topLvl">
          <ac:chgData name="Layman, Lucas M." userId="765a6955-843c-4a07-9fa9-a46adec1c277" providerId="ADAL" clId="{350CCFB3-DB0C-E845-B05D-B0FE63B504DF}" dt="2024-10-23T18:07:05.412" v="449" actId="165"/>
          <ac:spMkLst>
            <pc:docMk/>
            <pc:sldMk cId="457721068" sldId="268"/>
            <ac:spMk id="19" creationId="{AC7ECCD4-9747-E900-9D48-7289310AA627}"/>
          </ac:spMkLst>
        </pc:spChg>
        <pc:spChg chg="mod topLvl">
          <ac:chgData name="Layman, Lucas M." userId="765a6955-843c-4a07-9fa9-a46adec1c277" providerId="ADAL" clId="{350CCFB3-DB0C-E845-B05D-B0FE63B504DF}" dt="2024-10-23T18:07:05.412" v="449" actId="165"/>
          <ac:spMkLst>
            <pc:docMk/>
            <pc:sldMk cId="457721068" sldId="268"/>
            <ac:spMk id="20" creationId="{28CDAF5D-3150-46B5-9333-4548057297C9}"/>
          </ac:spMkLst>
        </pc:spChg>
        <pc:spChg chg="add mod topLvl">
          <ac:chgData name="Layman, Lucas M." userId="765a6955-843c-4a07-9fa9-a46adec1c277" providerId="ADAL" clId="{350CCFB3-DB0C-E845-B05D-B0FE63B504DF}" dt="2024-10-23T18:07:17.117" v="474" actId="1038"/>
          <ac:spMkLst>
            <pc:docMk/>
            <pc:sldMk cId="457721068" sldId="268"/>
            <ac:spMk id="21" creationId="{6738D564-0B46-1A41-B65D-F42CD3366E4C}"/>
          </ac:spMkLst>
        </pc:spChg>
        <pc:spChg chg="topLvl">
          <ac:chgData name="Layman, Lucas M." userId="765a6955-843c-4a07-9fa9-a46adec1c277" providerId="ADAL" clId="{350CCFB3-DB0C-E845-B05D-B0FE63B504DF}" dt="2024-10-23T18:07:05.412" v="449" actId="165"/>
          <ac:spMkLst>
            <pc:docMk/>
            <pc:sldMk cId="457721068" sldId="268"/>
            <ac:spMk id="24" creationId="{57AD8215-8317-EF43-9E7C-1A1D3F971871}"/>
          </ac:spMkLst>
        </pc:spChg>
        <pc:spChg chg="topLvl">
          <ac:chgData name="Layman, Lucas M." userId="765a6955-843c-4a07-9fa9-a46adec1c277" providerId="ADAL" clId="{350CCFB3-DB0C-E845-B05D-B0FE63B504DF}" dt="2024-10-23T18:07:05.412" v="449" actId="165"/>
          <ac:spMkLst>
            <pc:docMk/>
            <pc:sldMk cId="457721068" sldId="268"/>
            <ac:spMk id="26" creationId="{6BD356CF-4C73-76D9-8885-810230C46869}"/>
          </ac:spMkLst>
        </pc:spChg>
        <pc:spChg chg="del">
          <ac:chgData name="Layman, Lucas M." userId="765a6955-843c-4a07-9fa9-a46adec1c277" providerId="ADAL" clId="{350CCFB3-DB0C-E845-B05D-B0FE63B504DF}" dt="2024-10-23T17:13:31.579" v="315" actId="21"/>
          <ac:spMkLst>
            <pc:docMk/>
            <pc:sldMk cId="457721068" sldId="268"/>
            <ac:spMk id="27" creationId="{158C4B70-194C-8D85-D617-1CD78B0D7180}"/>
          </ac:spMkLst>
        </pc:spChg>
        <pc:spChg chg="add mod topLvl">
          <ac:chgData name="Layman, Lucas M." userId="765a6955-843c-4a07-9fa9-a46adec1c277" providerId="ADAL" clId="{350CCFB3-DB0C-E845-B05D-B0FE63B504DF}" dt="2024-10-23T18:07:05.412" v="449" actId="165"/>
          <ac:spMkLst>
            <pc:docMk/>
            <pc:sldMk cId="457721068" sldId="268"/>
            <ac:spMk id="35" creationId="{0404D47B-64E1-F79C-8714-65004C8EEAB9}"/>
          </ac:spMkLst>
        </pc:spChg>
        <pc:spChg chg="topLvl">
          <ac:chgData name="Layman, Lucas M." userId="765a6955-843c-4a07-9fa9-a46adec1c277" providerId="ADAL" clId="{350CCFB3-DB0C-E845-B05D-B0FE63B504DF}" dt="2024-10-23T18:07:05.412" v="449" actId="165"/>
          <ac:spMkLst>
            <pc:docMk/>
            <pc:sldMk cId="457721068" sldId="268"/>
            <ac:spMk id="42" creationId="{6C40B3F6-B1C6-520B-A619-334B10073D22}"/>
          </ac:spMkLst>
        </pc:spChg>
        <pc:grpChg chg="mod topLvl">
          <ac:chgData name="Layman, Lucas M." userId="765a6955-843c-4a07-9fa9-a46adec1c277" providerId="ADAL" clId="{350CCFB3-DB0C-E845-B05D-B0FE63B504DF}" dt="2024-10-23T18:07:17.117" v="474" actId="1038"/>
          <ac:grpSpMkLst>
            <pc:docMk/>
            <pc:sldMk cId="457721068" sldId="268"/>
            <ac:grpSpMk id="13" creationId="{F68CBE5D-C55E-FF52-2333-8510109FF9FD}"/>
          </ac:grpSpMkLst>
        </pc:grpChg>
        <pc:grpChg chg="topLvl">
          <ac:chgData name="Layman, Lucas M." userId="765a6955-843c-4a07-9fa9-a46adec1c277" providerId="ADAL" clId="{350CCFB3-DB0C-E845-B05D-B0FE63B504DF}" dt="2024-10-23T18:07:05.412" v="449" actId="165"/>
          <ac:grpSpMkLst>
            <pc:docMk/>
            <pc:sldMk cId="457721068" sldId="268"/>
            <ac:grpSpMk id="14" creationId="{DC92AA45-CE61-BE94-B6F1-7B99C5501D32}"/>
          </ac:grpSpMkLst>
        </pc:grpChg>
        <pc:grpChg chg="del topLvl">
          <ac:chgData name="Layman, Lucas M." userId="765a6955-843c-4a07-9fa9-a46adec1c277" providerId="ADAL" clId="{350CCFB3-DB0C-E845-B05D-B0FE63B504DF}" dt="2024-10-23T17:15:22.004" v="363" actId="165"/>
          <ac:grpSpMkLst>
            <pc:docMk/>
            <pc:sldMk cId="457721068" sldId="268"/>
            <ac:grpSpMk id="15" creationId="{0D3AAB0E-9C9B-C9F9-0D50-8F31D45C1888}"/>
          </ac:grpSpMkLst>
        </pc:grpChg>
        <pc:grpChg chg="del topLvl">
          <ac:chgData name="Layman, Lucas M." userId="765a6955-843c-4a07-9fa9-a46adec1c277" providerId="ADAL" clId="{350CCFB3-DB0C-E845-B05D-B0FE63B504DF}" dt="2024-10-23T17:15:34.431" v="373" actId="165"/>
          <ac:grpSpMkLst>
            <pc:docMk/>
            <pc:sldMk cId="457721068" sldId="268"/>
            <ac:grpSpMk id="16" creationId="{578BC367-1B27-3D96-61F9-3F22B26C4545}"/>
          </ac:grpSpMkLst>
        </pc:grpChg>
        <pc:grpChg chg="del topLvl">
          <ac:chgData name="Layman, Lucas M." userId="765a6955-843c-4a07-9fa9-a46adec1c277" providerId="ADAL" clId="{350CCFB3-DB0C-E845-B05D-B0FE63B504DF}" dt="2024-10-23T17:15:21.493" v="362" actId="165"/>
          <ac:grpSpMkLst>
            <pc:docMk/>
            <pc:sldMk cId="457721068" sldId="268"/>
            <ac:grpSpMk id="18" creationId="{B31540BC-2352-F22A-199A-5A4AB8196261}"/>
          </ac:grpSpMkLst>
        </pc:grpChg>
        <pc:grpChg chg="del topLvl">
          <ac:chgData name="Layman, Lucas M." userId="765a6955-843c-4a07-9fa9-a46adec1c277" providerId="ADAL" clId="{350CCFB3-DB0C-E845-B05D-B0FE63B504DF}" dt="2024-10-23T17:15:20.792" v="361" actId="165"/>
          <ac:grpSpMkLst>
            <pc:docMk/>
            <pc:sldMk cId="457721068" sldId="268"/>
            <ac:grpSpMk id="22" creationId="{DD32F8B3-64DE-640C-CAC9-8A568826A0F5}"/>
          </ac:grpSpMkLst>
        </pc:grpChg>
        <pc:grpChg chg="del topLvl">
          <ac:chgData name="Layman, Lucas M." userId="765a6955-843c-4a07-9fa9-a46adec1c277" providerId="ADAL" clId="{350CCFB3-DB0C-E845-B05D-B0FE63B504DF}" dt="2024-10-23T17:15:22.671" v="364" actId="165"/>
          <ac:grpSpMkLst>
            <pc:docMk/>
            <pc:sldMk cId="457721068" sldId="268"/>
            <ac:grpSpMk id="23" creationId="{5255525C-E1F0-62E3-0E6A-13D706A298EC}"/>
          </ac:grpSpMkLst>
        </pc:grpChg>
        <pc:grpChg chg="del">
          <ac:chgData name="Layman, Lucas M." userId="765a6955-843c-4a07-9fa9-a46adec1c277" providerId="ADAL" clId="{350CCFB3-DB0C-E845-B05D-B0FE63B504DF}" dt="2024-10-23T17:15:17.133" v="360" actId="165"/>
          <ac:grpSpMkLst>
            <pc:docMk/>
            <pc:sldMk cId="457721068" sldId="268"/>
            <ac:grpSpMk id="28" creationId="{4ADF0DC8-0F0C-EB95-3183-84DAEDEE69C0}"/>
          </ac:grpSpMkLst>
        </pc:grpChg>
        <pc:grpChg chg="add del mod">
          <ac:chgData name="Layman, Lucas M." userId="765a6955-843c-4a07-9fa9-a46adec1c277" providerId="ADAL" clId="{350CCFB3-DB0C-E845-B05D-B0FE63B504DF}" dt="2024-10-23T17:15:34.431" v="373" actId="165"/>
          <ac:grpSpMkLst>
            <pc:docMk/>
            <pc:sldMk cId="457721068" sldId="268"/>
            <ac:grpSpMk id="33" creationId="{3A12EDA0-B225-6A9B-9A98-1B9E2E9F125F}"/>
          </ac:grpSpMkLst>
        </pc:grpChg>
        <pc:grpChg chg="add del">
          <ac:chgData name="Layman, Lucas M." userId="765a6955-843c-4a07-9fa9-a46adec1c277" providerId="ADAL" clId="{350CCFB3-DB0C-E845-B05D-B0FE63B504DF}" dt="2024-10-23T18:07:05.412" v="449" actId="165"/>
          <ac:grpSpMkLst>
            <pc:docMk/>
            <pc:sldMk cId="457721068" sldId="268"/>
            <ac:grpSpMk id="45" creationId="{7D786FC1-FD6D-7AA2-2968-CC3C5FE52B40}"/>
          </ac:grpSpMkLst>
        </pc:grpChg>
        <pc:picChg chg="topLvl">
          <ac:chgData name="Layman, Lucas M." userId="765a6955-843c-4a07-9fa9-a46adec1c277" providerId="ADAL" clId="{350CCFB3-DB0C-E845-B05D-B0FE63B504DF}" dt="2024-10-23T17:15:34.431" v="373" actId="165"/>
          <ac:picMkLst>
            <pc:docMk/>
            <pc:sldMk cId="457721068" sldId="268"/>
            <ac:picMk id="9" creationId="{4A8D7699-2723-A326-D549-B545FC7FE823}"/>
          </ac:picMkLst>
        </pc:picChg>
        <pc:cxnChg chg="mod topLvl">
          <ac:chgData name="Layman, Lucas M." userId="765a6955-843c-4a07-9fa9-a46adec1c277" providerId="ADAL" clId="{350CCFB3-DB0C-E845-B05D-B0FE63B504DF}" dt="2024-10-23T18:07:17.117" v="474" actId="1038"/>
          <ac:cxnSpMkLst>
            <pc:docMk/>
            <pc:sldMk cId="457721068" sldId="268"/>
            <ac:cxnSpMk id="3" creationId="{E75567FD-D54E-96F0-31BE-045FB0783E72}"/>
          </ac:cxnSpMkLst>
        </pc:cxnChg>
        <pc:cxnChg chg="topLvl">
          <ac:chgData name="Layman, Lucas M." userId="765a6955-843c-4a07-9fa9-a46adec1c277" providerId="ADAL" clId="{350CCFB3-DB0C-E845-B05D-B0FE63B504DF}" dt="2024-10-23T18:07:05.412" v="449" actId="165"/>
          <ac:cxnSpMkLst>
            <pc:docMk/>
            <pc:sldMk cId="457721068" sldId="268"/>
            <ac:cxnSpMk id="6" creationId="{E34DCAE0-8B08-BCB9-1DAD-897B9C9C9D2B}"/>
          </ac:cxnSpMkLst>
        </pc:cxnChg>
        <pc:cxnChg chg="mod topLvl">
          <ac:chgData name="Layman, Lucas M." userId="765a6955-843c-4a07-9fa9-a46adec1c277" providerId="ADAL" clId="{350CCFB3-DB0C-E845-B05D-B0FE63B504DF}" dt="2024-10-23T18:07:05.412" v="449" actId="165"/>
          <ac:cxnSpMkLst>
            <pc:docMk/>
            <pc:sldMk cId="457721068" sldId="268"/>
            <ac:cxnSpMk id="12" creationId="{0828262E-1FA0-FA1B-0E3A-4701DB92B9BC}"/>
          </ac:cxnSpMkLst>
        </pc:cxnChg>
        <pc:cxnChg chg="mod topLvl">
          <ac:chgData name="Layman, Lucas M." userId="765a6955-843c-4a07-9fa9-a46adec1c277" providerId="ADAL" clId="{350CCFB3-DB0C-E845-B05D-B0FE63B504DF}" dt="2024-10-23T18:07:05.412" v="449" actId="165"/>
          <ac:cxnSpMkLst>
            <pc:docMk/>
            <pc:sldMk cId="457721068" sldId="268"/>
            <ac:cxnSpMk id="25" creationId="{2BA1E2D2-F5F3-15FC-8B22-E4B5A83B37A5}"/>
          </ac:cxnSpMkLst>
        </pc:cxnChg>
        <pc:cxnChg chg="mod topLvl">
          <ac:chgData name="Layman, Lucas M." userId="765a6955-843c-4a07-9fa9-a46adec1c277" providerId="ADAL" clId="{350CCFB3-DB0C-E845-B05D-B0FE63B504DF}" dt="2024-10-23T18:07:05.412" v="449" actId="165"/>
          <ac:cxnSpMkLst>
            <pc:docMk/>
            <pc:sldMk cId="457721068" sldId="268"/>
            <ac:cxnSpMk id="29" creationId="{D0E07640-013C-B51A-AA8A-EB88783051AB}"/>
          </ac:cxnSpMkLst>
        </pc:cxnChg>
        <pc:cxnChg chg="add mod topLvl">
          <ac:chgData name="Layman, Lucas M." userId="765a6955-843c-4a07-9fa9-a46adec1c277" providerId="ADAL" clId="{350CCFB3-DB0C-E845-B05D-B0FE63B504DF}" dt="2024-10-23T18:07:17.117" v="474" actId="1038"/>
          <ac:cxnSpMkLst>
            <pc:docMk/>
            <pc:sldMk cId="457721068" sldId="268"/>
            <ac:cxnSpMk id="34" creationId="{6CE1341F-98A7-217A-E5D4-5FB7347D5A48}"/>
          </ac:cxnSpMkLst>
        </pc:cxnChg>
      </pc:sldChg>
      <pc:sldChg chg="add del">
        <pc:chgData name="Layman, Lucas M." userId="765a6955-843c-4a07-9fa9-a46adec1c277" providerId="ADAL" clId="{350CCFB3-DB0C-E845-B05D-B0FE63B504DF}" dt="2024-10-23T18:15:58.485" v="643" actId="2696"/>
        <pc:sldMkLst>
          <pc:docMk/>
          <pc:sldMk cId="485160448" sldId="269"/>
        </pc:sldMkLst>
      </pc:sldChg>
      <pc:sldChg chg="addSp delSp modSp add del mod">
        <pc:chgData name="Layman, Lucas M." userId="765a6955-843c-4a07-9fa9-a46adec1c277" providerId="ADAL" clId="{350CCFB3-DB0C-E845-B05D-B0FE63B504DF}" dt="2024-10-23T18:13:13.065" v="535" actId="2696"/>
        <pc:sldMkLst>
          <pc:docMk/>
          <pc:sldMk cId="2708261185" sldId="270"/>
        </pc:sldMkLst>
        <pc:spChg chg="topLvl">
          <ac:chgData name="Layman, Lucas M." userId="765a6955-843c-4a07-9fa9-a46adec1c277" providerId="ADAL" clId="{350CCFB3-DB0C-E845-B05D-B0FE63B504DF}" dt="2024-10-23T18:07:30.751" v="479" actId="165"/>
          <ac:spMkLst>
            <pc:docMk/>
            <pc:sldMk cId="2708261185" sldId="270"/>
            <ac:spMk id="2" creationId="{55F488C3-15F8-6FB5-668A-B9B76E9A158B}"/>
          </ac:spMkLst>
        </pc:spChg>
        <pc:spChg chg="topLvl">
          <ac:chgData name="Layman, Lucas M." userId="765a6955-843c-4a07-9fa9-a46adec1c277" providerId="ADAL" clId="{350CCFB3-DB0C-E845-B05D-B0FE63B504DF}" dt="2024-10-23T18:07:30.751" v="479" actId="165"/>
          <ac:spMkLst>
            <pc:docMk/>
            <pc:sldMk cId="2708261185" sldId="270"/>
            <ac:spMk id="4" creationId="{5F510298-C1DB-5E04-09F8-3D2D206AF38A}"/>
          </ac:spMkLst>
        </pc:spChg>
        <pc:spChg chg="topLvl">
          <ac:chgData name="Layman, Lucas M." userId="765a6955-843c-4a07-9fa9-a46adec1c277" providerId="ADAL" clId="{350CCFB3-DB0C-E845-B05D-B0FE63B504DF}" dt="2024-10-23T18:07:30.321" v="478" actId="165"/>
          <ac:spMkLst>
            <pc:docMk/>
            <pc:sldMk cId="2708261185" sldId="270"/>
            <ac:spMk id="17" creationId="{AF98C6D3-9C6C-491F-20D8-E6CC91014F2C}"/>
          </ac:spMkLst>
        </pc:spChg>
        <pc:spChg chg="del topLvl">
          <ac:chgData name="Layman, Lucas M." userId="765a6955-843c-4a07-9fa9-a46adec1c277" providerId="ADAL" clId="{350CCFB3-DB0C-E845-B05D-B0FE63B504DF}" dt="2024-10-23T18:08:10.613" v="488" actId="478"/>
          <ac:spMkLst>
            <pc:docMk/>
            <pc:sldMk cId="2708261185" sldId="270"/>
            <ac:spMk id="19" creationId="{20204D79-BEE7-FC65-0DCA-0528CA9BD472}"/>
          </ac:spMkLst>
        </pc:spChg>
        <pc:spChg chg="mod topLvl">
          <ac:chgData name="Layman, Lucas M." userId="765a6955-843c-4a07-9fa9-a46adec1c277" providerId="ADAL" clId="{350CCFB3-DB0C-E845-B05D-B0FE63B504DF}" dt="2024-10-23T18:07:52.816" v="486" actId="6549"/>
          <ac:spMkLst>
            <pc:docMk/>
            <pc:sldMk cId="2708261185" sldId="270"/>
            <ac:spMk id="20" creationId="{8C232C1E-77FD-2A53-6596-5E83A0055622}"/>
          </ac:spMkLst>
        </pc:spChg>
        <pc:spChg chg="topLvl">
          <ac:chgData name="Layman, Lucas M." userId="765a6955-843c-4a07-9fa9-a46adec1c277" providerId="ADAL" clId="{350CCFB3-DB0C-E845-B05D-B0FE63B504DF}" dt="2024-10-23T18:07:30.751" v="479" actId="165"/>
          <ac:spMkLst>
            <pc:docMk/>
            <pc:sldMk cId="2708261185" sldId="270"/>
            <ac:spMk id="24" creationId="{F8FA6049-4469-9780-FD27-1B34B0B8ADD3}"/>
          </ac:spMkLst>
        </pc:spChg>
        <pc:spChg chg="topLvl">
          <ac:chgData name="Layman, Lucas M." userId="765a6955-843c-4a07-9fa9-a46adec1c277" providerId="ADAL" clId="{350CCFB3-DB0C-E845-B05D-B0FE63B504DF}" dt="2024-10-23T18:07:27.531" v="476" actId="165"/>
          <ac:spMkLst>
            <pc:docMk/>
            <pc:sldMk cId="2708261185" sldId="270"/>
            <ac:spMk id="26" creationId="{B2D4FD7C-D952-3D07-546B-4C7A84F135EB}"/>
          </ac:spMkLst>
        </pc:spChg>
        <pc:spChg chg="del topLvl">
          <ac:chgData name="Layman, Lucas M." userId="765a6955-843c-4a07-9fa9-a46adec1c277" providerId="ADAL" clId="{350CCFB3-DB0C-E845-B05D-B0FE63B504DF}" dt="2024-10-23T18:07:55.313" v="487" actId="478"/>
          <ac:spMkLst>
            <pc:docMk/>
            <pc:sldMk cId="2708261185" sldId="270"/>
            <ac:spMk id="27" creationId="{79D0BD2C-1FE8-96B9-FA14-28F2BA392767}"/>
          </ac:spMkLst>
        </pc:spChg>
        <pc:spChg chg="add mod">
          <ac:chgData name="Layman, Lucas M." userId="765a6955-843c-4a07-9fa9-a46adec1c277" providerId="ADAL" clId="{350CCFB3-DB0C-E845-B05D-B0FE63B504DF}" dt="2024-10-23T18:07:50.560" v="485"/>
          <ac:spMkLst>
            <pc:docMk/>
            <pc:sldMk cId="2708261185" sldId="270"/>
            <ac:spMk id="31" creationId="{1B757D98-F389-CAD8-DBC5-A6025C1A6485}"/>
          </ac:spMkLst>
        </pc:spChg>
        <pc:spChg chg="add mod">
          <ac:chgData name="Layman, Lucas M." userId="765a6955-843c-4a07-9fa9-a46adec1c277" providerId="ADAL" clId="{350CCFB3-DB0C-E845-B05D-B0FE63B504DF}" dt="2024-10-23T18:07:50.560" v="485"/>
          <ac:spMkLst>
            <pc:docMk/>
            <pc:sldMk cId="2708261185" sldId="270"/>
            <ac:spMk id="32" creationId="{A068D336-3DEC-E942-F408-B15F67460B4C}"/>
          </ac:spMkLst>
        </pc:spChg>
        <pc:spChg chg="add mod">
          <ac:chgData name="Layman, Lucas M." userId="765a6955-843c-4a07-9fa9-a46adec1c277" providerId="ADAL" clId="{350CCFB3-DB0C-E845-B05D-B0FE63B504DF}" dt="2024-10-23T18:10:02.565" v="499" actId="1076"/>
          <ac:spMkLst>
            <pc:docMk/>
            <pc:sldMk cId="2708261185" sldId="270"/>
            <ac:spMk id="35" creationId="{32C64F52-43FC-82B1-DB78-6E234AA81E12}"/>
          </ac:spMkLst>
        </pc:spChg>
        <pc:spChg chg="topLvl">
          <ac:chgData name="Layman, Lucas M." userId="765a6955-843c-4a07-9fa9-a46adec1c277" providerId="ADAL" clId="{350CCFB3-DB0C-E845-B05D-B0FE63B504DF}" dt="2024-10-23T18:07:30.751" v="479" actId="165"/>
          <ac:spMkLst>
            <pc:docMk/>
            <pc:sldMk cId="2708261185" sldId="270"/>
            <ac:spMk id="42" creationId="{534A94A7-228D-236B-9E62-B15D9E0AC11E}"/>
          </ac:spMkLst>
        </pc:spChg>
        <pc:grpChg chg="topLvl">
          <ac:chgData name="Layman, Lucas M." userId="765a6955-843c-4a07-9fa9-a46adec1c277" providerId="ADAL" clId="{350CCFB3-DB0C-E845-B05D-B0FE63B504DF}" dt="2024-10-23T18:07:32.186" v="481" actId="165"/>
          <ac:grpSpMkLst>
            <pc:docMk/>
            <pc:sldMk cId="2708261185" sldId="270"/>
            <ac:grpSpMk id="13" creationId="{0332AC55-48B0-48F4-18D5-6D41F1E939C3}"/>
          </ac:grpSpMkLst>
        </pc:grpChg>
        <pc:grpChg chg="topLvl">
          <ac:chgData name="Layman, Lucas M." userId="765a6955-843c-4a07-9fa9-a46adec1c277" providerId="ADAL" clId="{350CCFB3-DB0C-E845-B05D-B0FE63B504DF}" dt="2024-10-23T18:07:32.186" v="481" actId="165"/>
          <ac:grpSpMkLst>
            <pc:docMk/>
            <pc:sldMk cId="2708261185" sldId="270"/>
            <ac:grpSpMk id="14" creationId="{06E05B2B-79FF-85A2-1BEA-C56B2DD4D250}"/>
          </ac:grpSpMkLst>
        </pc:grpChg>
        <pc:grpChg chg="del topLvl">
          <ac:chgData name="Layman, Lucas M." userId="765a6955-843c-4a07-9fa9-a46adec1c277" providerId="ADAL" clId="{350CCFB3-DB0C-E845-B05D-B0FE63B504DF}" dt="2024-10-23T18:07:30.751" v="479" actId="165"/>
          <ac:grpSpMkLst>
            <pc:docMk/>
            <pc:sldMk cId="2708261185" sldId="270"/>
            <ac:grpSpMk id="15" creationId="{9FEEA067-0CC0-26DE-80F4-483A17F1BA15}"/>
          </ac:grpSpMkLst>
        </pc:grpChg>
        <pc:grpChg chg="del topLvl">
          <ac:chgData name="Layman, Lucas M." userId="765a6955-843c-4a07-9fa9-a46adec1c277" providerId="ADAL" clId="{350CCFB3-DB0C-E845-B05D-B0FE63B504DF}" dt="2024-10-23T18:07:32.186" v="481" actId="165"/>
          <ac:grpSpMkLst>
            <pc:docMk/>
            <pc:sldMk cId="2708261185" sldId="270"/>
            <ac:grpSpMk id="16" creationId="{180F42B5-04B2-6A02-32B8-A032858CB41A}"/>
          </ac:grpSpMkLst>
        </pc:grpChg>
        <pc:grpChg chg="del topLvl">
          <ac:chgData name="Layman, Lucas M." userId="765a6955-843c-4a07-9fa9-a46adec1c277" providerId="ADAL" clId="{350CCFB3-DB0C-E845-B05D-B0FE63B504DF}" dt="2024-10-23T18:07:30.321" v="478" actId="165"/>
          <ac:grpSpMkLst>
            <pc:docMk/>
            <pc:sldMk cId="2708261185" sldId="270"/>
            <ac:grpSpMk id="18" creationId="{DCE380EE-4FB0-F451-362E-CCF9AECD9615}"/>
          </ac:grpSpMkLst>
        </pc:grpChg>
        <pc:grpChg chg="del topLvl">
          <ac:chgData name="Layman, Lucas M." userId="765a6955-843c-4a07-9fa9-a46adec1c277" providerId="ADAL" clId="{350CCFB3-DB0C-E845-B05D-B0FE63B504DF}" dt="2024-10-23T18:07:29.818" v="477" actId="165"/>
          <ac:grpSpMkLst>
            <pc:docMk/>
            <pc:sldMk cId="2708261185" sldId="270"/>
            <ac:grpSpMk id="22" creationId="{6EB2129E-E3B0-6EA4-605A-F8F4F07AEA2E}"/>
          </ac:grpSpMkLst>
        </pc:grpChg>
        <pc:grpChg chg="del topLvl">
          <ac:chgData name="Layman, Lucas M." userId="765a6955-843c-4a07-9fa9-a46adec1c277" providerId="ADAL" clId="{350CCFB3-DB0C-E845-B05D-B0FE63B504DF}" dt="2024-10-23T18:07:31.650" v="480" actId="165"/>
          <ac:grpSpMkLst>
            <pc:docMk/>
            <pc:sldMk cId="2708261185" sldId="270"/>
            <ac:grpSpMk id="23" creationId="{BBE8E0F4-07A3-1C17-A466-C22E5D554592}"/>
          </ac:grpSpMkLst>
        </pc:grpChg>
        <pc:grpChg chg="del">
          <ac:chgData name="Layman, Lucas M." userId="765a6955-843c-4a07-9fa9-a46adec1c277" providerId="ADAL" clId="{350CCFB3-DB0C-E845-B05D-B0FE63B504DF}" dt="2024-10-23T18:07:27.531" v="476" actId="165"/>
          <ac:grpSpMkLst>
            <pc:docMk/>
            <pc:sldMk cId="2708261185" sldId="270"/>
            <ac:grpSpMk id="28" creationId="{A0D393E4-F5F4-D9EE-A1B6-EAA78F5BC493}"/>
          </ac:grpSpMkLst>
        </pc:grpChg>
        <pc:picChg chg="topLvl">
          <ac:chgData name="Layman, Lucas M." userId="765a6955-843c-4a07-9fa9-a46adec1c277" providerId="ADAL" clId="{350CCFB3-DB0C-E845-B05D-B0FE63B504DF}" dt="2024-10-23T18:07:32.186" v="481" actId="165"/>
          <ac:picMkLst>
            <pc:docMk/>
            <pc:sldMk cId="2708261185" sldId="270"/>
            <ac:picMk id="9" creationId="{FD79C42D-AF74-DD9C-2FE4-F6D2A2B67A77}"/>
          </ac:picMkLst>
        </pc:picChg>
        <pc:cxnChg chg="mod topLvl">
          <ac:chgData name="Layman, Lucas M." userId="765a6955-843c-4a07-9fa9-a46adec1c277" providerId="ADAL" clId="{350CCFB3-DB0C-E845-B05D-B0FE63B504DF}" dt="2024-10-23T18:07:36.829" v="482" actId="14100"/>
          <ac:cxnSpMkLst>
            <pc:docMk/>
            <pc:sldMk cId="2708261185" sldId="270"/>
            <ac:cxnSpMk id="3" creationId="{83026487-91E6-3467-47DD-087F60AA50BD}"/>
          </ac:cxnSpMkLst>
        </pc:cxnChg>
        <pc:cxnChg chg="topLvl">
          <ac:chgData name="Layman, Lucas M." userId="765a6955-843c-4a07-9fa9-a46adec1c277" providerId="ADAL" clId="{350CCFB3-DB0C-E845-B05D-B0FE63B504DF}" dt="2024-10-23T18:07:30.751" v="479" actId="165"/>
          <ac:cxnSpMkLst>
            <pc:docMk/>
            <pc:sldMk cId="2708261185" sldId="270"/>
            <ac:cxnSpMk id="6" creationId="{0A4F4612-6DBF-666A-9105-BBE686035770}"/>
          </ac:cxnSpMkLst>
        </pc:cxnChg>
        <pc:cxnChg chg="del topLvl">
          <ac:chgData name="Layman, Lucas M." userId="765a6955-843c-4a07-9fa9-a46adec1c277" providerId="ADAL" clId="{350CCFB3-DB0C-E845-B05D-B0FE63B504DF}" dt="2024-10-23T18:08:11.532" v="489" actId="478"/>
          <ac:cxnSpMkLst>
            <pc:docMk/>
            <pc:sldMk cId="2708261185" sldId="270"/>
            <ac:cxnSpMk id="12" creationId="{CF7C33D0-BA02-7502-8FEA-CBBF6C538AB4}"/>
          </ac:cxnSpMkLst>
        </pc:cxnChg>
        <pc:cxnChg chg="mod topLvl">
          <ac:chgData name="Layman, Lucas M." userId="765a6955-843c-4a07-9fa9-a46adec1c277" providerId="ADAL" clId="{350CCFB3-DB0C-E845-B05D-B0FE63B504DF}" dt="2024-10-23T18:07:39.664" v="483" actId="14100"/>
          <ac:cxnSpMkLst>
            <pc:docMk/>
            <pc:sldMk cId="2708261185" sldId="270"/>
            <ac:cxnSpMk id="25" creationId="{FD49EC28-CF51-F49F-7D8E-A776F2B3AC51}"/>
          </ac:cxnSpMkLst>
        </pc:cxnChg>
        <pc:cxnChg chg="mod topLvl">
          <ac:chgData name="Layman, Lucas M." userId="765a6955-843c-4a07-9fa9-a46adec1c277" providerId="ADAL" clId="{350CCFB3-DB0C-E845-B05D-B0FE63B504DF}" dt="2024-10-23T18:07:42.497" v="484" actId="14100"/>
          <ac:cxnSpMkLst>
            <pc:docMk/>
            <pc:sldMk cId="2708261185" sldId="270"/>
            <ac:cxnSpMk id="29" creationId="{D1EB15A7-0B41-D56B-32AC-1308408A34E6}"/>
          </ac:cxnSpMkLst>
        </pc:cxnChg>
        <pc:cxnChg chg="add mod">
          <ac:chgData name="Layman, Lucas M." userId="765a6955-843c-4a07-9fa9-a46adec1c277" providerId="ADAL" clId="{350CCFB3-DB0C-E845-B05D-B0FE63B504DF}" dt="2024-10-23T18:08:24.868" v="491" actId="14100"/>
          <ac:cxnSpMkLst>
            <pc:docMk/>
            <pc:sldMk cId="2708261185" sldId="270"/>
            <ac:cxnSpMk id="33" creationId="{DCBFC6AD-424F-4813-1E78-5124BC700C66}"/>
          </ac:cxnSpMkLst>
        </pc:cxnChg>
      </pc:sldChg>
      <pc:sldChg chg="addSp delSp modSp add mod">
        <pc:chgData name="Layman, Lucas M." userId="765a6955-843c-4a07-9fa9-a46adec1c277" providerId="ADAL" clId="{350CCFB3-DB0C-E845-B05D-B0FE63B504DF}" dt="2024-10-24T17:03:06.998" v="853" actId="478"/>
        <pc:sldMkLst>
          <pc:docMk/>
          <pc:sldMk cId="3052805884" sldId="271"/>
        </pc:sldMkLst>
        <pc:spChg chg="mod topLvl">
          <ac:chgData name="Layman, Lucas M." userId="765a6955-843c-4a07-9fa9-a46adec1c277" providerId="ADAL" clId="{350CCFB3-DB0C-E845-B05D-B0FE63B504DF}" dt="2024-10-23T18:15:59.421" v="648" actId="20577"/>
          <ac:spMkLst>
            <pc:docMk/>
            <pc:sldMk cId="3052805884" sldId="271"/>
            <ac:spMk id="2" creationId="{9327A783-5725-6711-7905-A48599C3CD1F}"/>
          </ac:spMkLst>
        </pc:spChg>
        <pc:spChg chg="topLvl">
          <ac:chgData name="Layman, Lucas M." userId="765a6955-843c-4a07-9fa9-a46adec1c277" providerId="ADAL" clId="{350CCFB3-DB0C-E845-B05D-B0FE63B504DF}" dt="2024-10-23T18:10:19.220" v="504" actId="165"/>
          <ac:spMkLst>
            <pc:docMk/>
            <pc:sldMk cId="3052805884" sldId="271"/>
            <ac:spMk id="4" creationId="{E63AB7C8-6F72-0A8E-4E53-15E0CF67CBC1}"/>
          </ac:spMkLst>
        </pc:spChg>
        <pc:spChg chg="topLvl">
          <ac:chgData name="Layman, Lucas M." userId="765a6955-843c-4a07-9fa9-a46adec1c277" providerId="ADAL" clId="{350CCFB3-DB0C-E845-B05D-B0FE63B504DF}" dt="2024-10-23T18:14:04.920" v="575" actId="165"/>
          <ac:spMkLst>
            <pc:docMk/>
            <pc:sldMk cId="3052805884" sldId="271"/>
            <ac:spMk id="10" creationId="{D3DAC7AC-72BE-F996-A597-492C4B8F039C}"/>
          </ac:spMkLst>
        </pc:spChg>
        <pc:spChg chg="topLvl">
          <ac:chgData name="Layman, Lucas M." userId="765a6955-843c-4a07-9fa9-a46adec1c277" providerId="ADAL" clId="{350CCFB3-DB0C-E845-B05D-B0FE63B504DF}" dt="2024-10-23T18:14:04.920" v="575" actId="165"/>
          <ac:spMkLst>
            <pc:docMk/>
            <pc:sldMk cId="3052805884" sldId="271"/>
            <ac:spMk id="11" creationId="{FE13D22A-8E2C-256F-1E4E-D9650203668D}"/>
          </ac:spMkLst>
        </pc:spChg>
        <pc:spChg chg="topLvl">
          <ac:chgData name="Layman, Lucas M." userId="765a6955-843c-4a07-9fa9-a46adec1c277" providerId="ADAL" clId="{350CCFB3-DB0C-E845-B05D-B0FE63B504DF}" dt="2024-10-23T18:10:19.051" v="503" actId="165"/>
          <ac:spMkLst>
            <pc:docMk/>
            <pc:sldMk cId="3052805884" sldId="271"/>
            <ac:spMk id="17" creationId="{3AA202BF-C956-09B7-779E-1C84B3EEBD40}"/>
          </ac:spMkLst>
        </pc:spChg>
        <pc:spChg chg="del topLvl">
          <ac:chgData name="Layman, Lucas M." userId="765a6955-843c-4a07-9fa9-a46adec1c277" providerId="ADAL" clId="{350CCFB3-DB0C-E845-B05D-B0FE63B504DF}" dt="2024-10-23T18:10:49.338" v="511" actId="478"/>
          <ac:spMkLst>
            <pc:docMk/>
            <pc:sldMk cId="3052805884" sldId="271"/>
            <ac:spMk id="19" creationId="{133BF2BA-4621-3CF3-5042-DCC941BF8651}"/>
          </ac:spMkLst>
        </pc:spChg>
        <pc:spChg chg="add del mod topLvl">
          <ac:chgData name="Layman, Lucas M." userId="765a6955-843c-4a07-9fa9-a46adec1c277" providerId="ADAL" clId="{350CCFB3-DB0C-E845-B05D-B0FE63B504DF}" dt="2024-10-24T17:03:06.998" v="853" actId="478"/>
          <ac:spMkLst>
            <pc:docMk/>
            <pc:sldMk cId="3052805884" sldId="271"/>
            <ac:spMk id="20" creationId="{17A4CCCF-820A-EC56-CDB1-C55D53346C78}"/>
          </ac:spMkLst>
        </pc:spChg>
        <pc:spChg chg="topLvl">
          <ac:chgData name="Layman, Lucas M." userId="765a6955-843c-4a07-9fa9-a46adec1c277" providerId="ADAL" clId="{350CCFB3-DB0C-E845-B05D-B0FE63B504DF}" dt="2024-10-23T18:10:19.220" v="504" actId="165"/>
          <ac:spMkLst>
            <pc:docMk/>
            <pc:sldMk cId="3052805884" sldId="271"/>
            <ac:spMk id="24" creationId="{634B02C2-DCBB-6382-CBE9-2FB88DF432D9}"/>
          </ac:spMkLst>
        </pc:spChg>
        <pc:spChg chg="add del mod topLvl">
          <ac:chgData name="Layman, Lucas M." userId="765a6955-843c-4a07-9fa9-a46adec1c277" providerId="ADAL" clId="{350CCFB3-DB0C-E845-B05D-B0FE63B504DF}" dt="2024-10-23T18:14:04.920" v="575" actId="165"/>
          <ac:spMkLst>
            <pc:docMk/>
            <pc:sldMk cId="3052805884" sldId="271"/>
            <ac:spMk id="26" creationId="{B76E90FB-1EBA-2281-6D25-34AEA742AD52}"/>
          </ac:spMkLst>
        </pc:spChg>
        <pc:spChg chg="add del mod topLvl">
          <ac:chgData name="Layman, Lucas M." userId="765a6955-843c-4a07-9fa9-a46adec1c277" providerId="ADAL" clId="{350CCFB3-DB0C-E845-B05D-B0FE63B504DF}" dt="2024-10-23T18:14:04.920" v="575" actId="165"/>
          <ac:spMkLst>
            <pc:docMk/>
            <pc:sldMk cId="3052805884" sldId="271"/>
            <ac:spMk id="27" creationId="{82EA4591-6A10-6D30-CDF3-6F1BF4192AB4}"/>
          </ac:spMkLst>
        </pc:spChg>
        <pc:spChg chg="mod topLvl">
          <ac:chgData name="Layman, Lucas M." userId="765a6955-843c-4a07-9fa9-a46adec1c277" providerId="ADAL" clId="{350CCFB3-DB0C-E845-B05D-B0FE63B504DF}" dt="2024-10-23T18:16:00.203" v="651" actId="1037"/>
          <ac:spMkLst>
            <pc:docMk/>
            <pc:sldMk cId="3052805884" sldId="271"/>
            <ac:spMk id="30" creationId="{B070AA3F-F6D0-7F22-57EB-FDB6312ED24D}"/>
          </ac:spMkLst>
        </pc:spChg>
        <pc:spChg chg="mod topLvl">
          <ac:chgData name="Layman, Lucas M." userId="765a6955-843c-4a07-9fa9-a46adec1c277" providerId="ADAL" clId="{350CCFB3-DB0C-E845-B05D-B0FE63B504DF}" dt="2024-10-23T18:16:00.203" v="651" actId="1037"/>
          <ac:spMkLst>
            <pc:docMk/>
            <pc:sldMk cId="3052805884" sldId="271"/>
            <ac:spMk id="31" creationId="{EA18D5EB-07D5-DE27-C728-D034597F032D}"/>
          </ac:spMkLst>
        </pc:spChg>
        <pc:spChg chg="mod topLvl">
          <ac:chgData name="Layman, Lucas M." userId="765a6955-843c-4a07-9fa9-a46adec1c277" providerId="ADAL" clId="{350CCFB3-DB0C-E845-B05D-B0FE63B504DF}" dt="2024-10-23T18:16:00.203" v="651" actId="1037"/>
          <ac:spMkLst>
            <pc:docMk/>
            <pc:sldMk cId="3052805884" sldId="271"/>
            <ac:spMk id="32" creationId="{A807A23F-D9AC-1785-7673-B09BCB70F446}"/>
          </ac:spMkLst>
        </pc:spChg>
        <pc:spChg chg="add mod">
          <ac:chgData name="Layman, Lucas M." userId="765a6955-843c-4a07-9fa9-a46adec1c277" providerId="ADAL" clId="{350CCFB3-DB0C-E845-B05D-B0FE63B504DF}" dt="2024-10-24T17:03:06.619" v="852" actId="6549"/>
          <ac:spMkLst>
            <pc:docMk/>
            <pc:sldMk cId="3052805884" sldId="271"/>
            <ac:spMk id="36" creationId="{6D905D15-BB80-4E90-89D3-0774BC188A81}"/>
          </ac:spMkLst>
        </pc:spChg>
        <pc:spChg chg="topLvl">
          <ac:chgData name="Layman, Lucas M." userId="765a6955-843c-4a07-9fa9-a46adec1c277" providerId="ADAL" clId="{350CCFB3-DB0C-E845-B05D-B0FE63B504DF}" dt="2024-10-23T18:10:19.220" v="504" actId="165"/>
          <ac:spMkLst>
            <pc:docMk/>
            <pc:sldMk cId="3052805884" sldId="271"/>
            <ac:spMk id="42" creationId="{B56C1BE4-F982-CC4D-80F3-AE5678E95214}"/>
          </ac:spMkLst>
        </pc:spChg>
        <pc:grpChg chg="add del mod">
          <ac:chgData name="Layman, Lucas M." userId="765a6955-843c-4a07-9fa9-a46adec1c277" providerId="ADAL" clId="{350CCFB3-DB0C-E845-B05D-B0FE63B504DF}" dt="2024-10-23T18:14:04.920" v="575" actId="165"/>
          <ac:grpSpMkLst>
            <pc:docMk/>
            <pc:sldMk cId="3052805884" sldId="271"/>
            <ac:grpSpMk id="8" creationId="{DA16E718-3993-E0A5-CD9F-F315068A434D}"/>
          </ac:grpSpMkLst>
        </pc:grpChg>
        <pc:grpChg chg="del mod topLvl">
          <ac:chgData name="Layman, Lucas M." userId="765a6955-843c-4a07-9fa9-a46adec1c277" providerId="ADAL" clId="{350CCFB3-DB0C-E845-B05D-B0FE63B504DF}" dt="2024-10-23T18:14:04.920" v="575" actId="165"/>
          <ac:grpSpMkLst>
            <pc:docMk/>
            <pc:sldMk cId="3052805884" sldId="271"/>
            <ac:grpSpMk id="13" creationId="{8B27E583-F6C1-A629-F12A-72A54E7BDB26}"/>
          </ac:grpSpMkLst>
        </pc:grpChg>
        <pc:grpChg chg="del topLvl">
          <ac:chgData name="Layman, Lucas M." userId="765a6955-843c-4a07-9fa9-a46adec1c277" providerId="ADAL" clId="{350CCFB3-DB0C-E845-B05D-B0FE63B504DF}" dt="2024-10-23T18:14:04.920" v="575" actId="165"/>
          <ac:grpSpMkLst>
            <pc:docMk/>
            <pc:sldMk cId="3052805884" sldId="271"/>
            <ac:grpSpMk id="14" creationId="{87CA5406-5488-D12D-5DA8-02D345E20AE7}"/>
          </ac:grpSpMkLst>
        </pc:grpChg>
        <pc:grpChg chg="del topLvl">
          <ac:chgData name="Layman, Lucas M." userId="765a6955-843c-4a07-9fa9-a46adec1c277" providerId="ADAL" clId="{350CCFB3-DB0C-E845-B05D-B0FE63B504DF}" dt="2024-10-23T18:10:19.220" v="504" actId="165"/>
          <ac:grpSpMkLst>
            <pc:docMk/>
            <pc:sldMk cId="3052805884" sldId="271"/>
            <ac:grpSpMk id="15" creationId="{149E77BE-98B2-0740-7922-1B4D94BC4564}"/>
          </ac:grpSpMkLst>
        </pc:grpChg>
        <pc:grpChg chg="del topLvl">
          <ac:chgData name="Layman, Lucas M." userId="765a6955-843c-4a07-9fa9-a46adec1c277" providerId="ADAL" clId="{350CCFB3-DB0C-E845-B05D-B0FE63B504DF}" dt="2024-10-23T18:10:20.005" v="506" actId="165"/>
          <ac:grpSpMkLst>
            <pc:docMk/>
            <pc:sldMk cId="3052805884" sldId="271"/>
            <ac:grpSpMk id="16" creationId="{0662CF42-5FC8-6393-5105-85CD7D1881E9}"/>
          </ac:grpSpMkLst>
        </pc:grpChg>
        <pc:grpChg chg="del topLvl">
          <ac:chgData name="Layman, Lucas M." userId="765a6955-843c-4a07-9fa9-a46adec1c277" providerId="ADAL" clId="{350CCFB3-DB0C-E845-B05D-B0FE63B504DF}" dt="2024-10-23T18:10:19.051" v="503" actId="165"/>
          <ac:grpSpMkLst>
            <pc:docMk/>
            <pc:sldMk cId="3052805884" sldId="271"/>
            <ac:grpSpMk id="18" creationId="{C73EE9FC-41DA-50E0-9045-37F1625F81D9}"/>
          </ac:grpSpMkLst>
        </pc:grpChg>
        <pc:grpChg chg="add del mod">
          <ac:chgData name="Layman, Lucas M." userId="765a6955-843c-4a07-9fa9-a46adec1c277" providerId="ADAL" clId="{350CCFB3-DB0C-E845-B05D-B0FE63B504DF}" dt="2024-10-23T18:14:04.920" v="575" actId="165"/>
          <ac:grpSpMkLst>
            <pc:docMk/>
            <pc:sldMk cId="3052805884" sldId="271"/>
            <ac:grpSpMk id="21" creationId="{0EFF9257-40F6-2A69-4D35-99C7B50EF941}"/>
          </ac:grpSpMkLst>
        </pc:grpChg>
        <pc:grpChg chg="del topLvl">
          <ac:chgData name="Layman, Lucas M." userId="765a6955-843c-4a07-9fa9-a46adec1c277" providerId="ADAL" clId="{350CCFB3-DB0C-E845-B05D-B0FE63B504DF}" dt="2024-10-23T18:10:18.853" v="502" actId="165"/>
          <ac:grpSpMkLst>
            <pc:docMk/>
            <pc:sldMk cId="3052805884" sldId="271"/>
            <ac:grpSpMk id="22" creationId="{DAF818DE-2BE6-1208-4E83-BBBCB48004A3}"/>
          </ac:grpSpMkLst>
        </pc:grpChg>
        <pc:grpChg chg="del topLvl">
          <ac:chgData name="Layman, Lucas M." userId="765a6955-843c-4a07-9fa9-a46adec1c277" providerId="ADAL" clId="{350CCFB3-DB0C-E845-B05D-B0FE63B504DF}" dt="2024-10-23T18:10:19.569" v="505" actId="165"/>
          <ac:grpSpMkLst>
            <pc:docMk/>
            <pc:sldMk cId="3052805884" sldId="271"/>
            <ac:grpSpMk id="23" creationId="{0A1B8BDB-EB96-01C1-6151-6FFF53FEBE3B}"/>
          </ac:grpSpMkLst>
        </pc:grpChg>
        <pc:grpChg chg="del">
          <ac:chgData name="Layman, Lucas M." userId="765a6955-843c-4a07-9fa9-a46adec1c277" providerId="ADAL" clId="{350CCFB3-DB0C-E845-B05D-B0FE63B504DF}" dt="2024-10-23T18:10:18.610" v="501" actId="165"/>
          <ac:grpSpMkLst>
            <pc:docMk/>
            <pc:sldMk cId="3052805884" sldId="271"/>
            <ac:grpSpMk id="28" creationId="{D66EF967-384F-6F22-8D62-D5F5FF8110F5}"/>
          </ac:grpSpMkLst>
        </pc:grpChg>
        <pc:grpChg chg="add">
          <ac:chgData name="Layman, Lucas M." userId="765a6955-843c-4a07-9fa9-a46adec1c277" providerId="ADAL" clId="{350CCFB3-DB0C-E845-B05D-B0FE63B504DF}" dt="2024-10-23T18:14:11.332" v="576" actId="164"/>
          <ac:grpSpMkLst>
            <pc:docMk/>
            <pc:sldMk cId="3052805884" sldId="271"/>
            <ac:grpSpMk id="41" creationId="{DF779D4D-2837-44F2-5684-92C5CE46A5D9}"/>
          </ac:grpSpMkLst>
        </pc:grpChg>
        <pc:picChg chg="topLvl">
          <ac:chgData name="Layman, Lucas M." userId="765a6955-843c-4a07-9fa9-a46adec1c277" providerId="ADAL" clId="{350CCFB3-DB0C-E845-B05D-B0FE63B504DF}" dt="2024-10-23T18:14:04.920" v="575" actId="165"/>
          <ac:picMkLst>
            <pc:docMk/>
            <pc:sldMk cId="3052805884" sldId="271"/>
            <ac:picMk id="5" creationId="{B229451D-C186-DBFB-6206-80031CEAA773}"/>
          </ac:picMkLst>
        </pc:picChg>
        <pc:picChg chg="topLvl">
          <ac:chgData name="Layman, Lucas M." userId="765a6955-843c-4a07-9fa9-a46adec1c277" providerId="ADAL" clId="{350CCFB3-DB0C-E845-B05D-B0FE63B504DF}" dt="2024-10-23T18:14:04.920" v="575" actId="165"/>
          <ac:picMkLst>
            <pc:docMk/>
            <pc:sldMk cId="3052805884" sldId="271"/>
            <ac:picMk id="7" creationId="{F775E084-6BFA-1BCB-AAB8-060BA4226EC6}"/>
          </ac:picMkLst>
        </pc:picChg>
        <pc:picChg chg="topLvl">
          <ac:chgData name="Layman, Lucas M." userId="765a6955-843c-4a07-9fa9-a46adec1c277" providerId="ADAL" clId="{350CCFB3-DB0C-E845-B05D-B0FE63B504DF}" dt="2024-10-23T18:10:20.005" v="506" actId="165"/>
          <ac:picMkLst>
            <pc:docMk/>
            <pc:sldMk cId="3052805884" sldId="271"/>
            <ac:picMk id="9" creationId="{223C111F-D00D-3AB4-5B0C-3C11775EC05F}"/>
          </ac:picMkLst>
        </pc:picChg>
        <pc:cxnChg chg="mod topLvl">
          <ac:chgData name="Layman, Lucas M." userId="765a6955-843c-4a07-9fa9-a46adec1c277" providerId="ADAL" clId="{350CCFB3-DB0C-E845-B05D-B0FE63B504DF}" dt="2024-10-23T18:13:58.331" v="573" actId="14100"/>
          <ac:cxnSpMkLst>
            <pc:docMk/>
            <pc:sldMk cId="3052805884" sldId="271"/>
            <ac:cxnSpMk id="3" creationId="{B02B66E3-D905-77B4-244E-FDD7A4CE324C}"/>
          </ac:cxnSpMkLst>
        </pc:cxnChg>
        <pc:cxnChg chg="topLvl">
          <ac:chgData name="Layman, Lucas M." userId="765a6955-843c-4a07-9fa9-a46adec1c277" providerId="ADAL" clId="{350CCFB3-DB0C-E845-B05D-B0FE63B504DF}" dt="2024-10-23T18:10:19.220" v="504" actId="165"/>
          <ac:cxnSpMkLst>
            <pc:docMk/>
            <pc:sldMk cId="3052805884" sldId="271"/>
            <ac:cxnSpMk id="6" creationId="{CD680F99-7FED-4352-AD3D-F8F622BC575C}"/>
          </ac:cxnSpMkLst>
        </pc:cxnChg>
        <pc:cxnChg chg="del topLvl">
          <ac:chgData name="Layman, Lucas M." userId="765a6955-843c-4a07-9fa9-a46adec1c277" providerId="ADAL" clId="{350CCFB3-DB0C-E845-B05D-B0FE63B504DF}" dt="2024-10-23T18:10:47.445" v="510" actId="478"/>
          <ac:cxnSpMkLst>
            <pc:docMk/>
            <pc:sldMk cId="3052805884" sldId="271"/>
            <ac:cxnSpMk id="12" creationId="{837BADEB-CE0E-4F20-401F-BCF71DA64C43}"/>
          </ac:cxnSpMkLst>
        </pc:cxnChg>
        <pc:cxnChg chg="mod topLvl">
          <ac:chgData name="Layman, Lucas M." userId="765a6955-843c-4a07-9fa9-a46adec1c277" providerId="ADAL" clId="{350CCFB3-DB0C-E845-B05D-B0FE63B504DF}" dt="2024-10-23T18:13:55.795" v="572" actId="14100"/>
          <ac:cxnSpMkLst>
            <pc:docMk/>
            <pc:sldMk cId="3052805884" sldId="271"/>
            <ac:cxnSpMk id="25" creationId="{8EE5EAD1-23C3-96FE-9FFB-7BD62DFA602D}"/>
          </ac:cxnSpMkLst>
        </pc:cxnChg>
        <pc:cxnChg chg="mod topLvl">
          <ac:chgData name="Layman, Lucas M." userId="765a6955-843c-4a07-9fa9-a46adec1c277" providerId="ADAL" clId="{350CCFB3-DB0C-E845-B05D-B0FE63B504DF}" dt="2024-10-23T18:14:00.982" v="574" actId="14100"/>
          <ac:cxnSpMkLst>
            <pc:docMk/>
            <pc:sldMk cId="3052805884" sldId="271"/>
            <ac:cxnSpMk id="29" creationId="{479172B1-830D-F262-8FC7-26CDA867A1B5}"/>
          </ac:cxnSpMkLst>
        </pc:cxnChg>
        <pc:cxnChg chg="add mod">
          <ac:chgData name="Layman, Lucas M." userId="765a6955-843c-4a07-9fa9-a46adec1c277" providerId="ADAL" clId="{350CCFB3-DB0C-E845-B05D-B0FE63B504DF}" dt="2024-10-24T17:03:04.861" v="849" actId="14100"/>
          <ac:cxnSpMkLst>
            <pc:docMk/>
            <pc:sldMk cId="3052805884" sldId="271"/>
            <ac:cxnSpMk id="35" creationId="{03EB1717-E868-0576-093D-1B361ADE9A63}"/>
          </ac:cxnSpMkLst>
        </pc:cxnChg>
      </pc:sldChg>
      <pc:sldChg chg="addSp delSp modSp add mod">
        <pc:chgData name="Layman, Lucas M." userId="765a6955-843c-4a07-9fa9-a46adec1c277" providerId="ADAL" clId="{350CCFB3-DB0C-E845-B05D-B0FE63B504DF}" dt="2024-10-24T16:34:35.271" v="809" actId="478"/>
        <pc:sldMkLst>
          <pc:docMk/>
          <pc:sldMk cId="164127823" sldId="272"/>
        </pc:sldMkLst>
        <pc:spChg chg="topLvl">
          <ac:chgData name="Layman, Lucas M." userId="765a6955-843c-4a07-9fa9-a46adec1c277" providerId="ADAL" clId="{350CCFB3-DB0C-E845-B05D-B0FE63B504DF}" dt="2024-10-24T16:10:04.365" v="690" actId="165"/>
          <ac:spMkLst>
            <pc:docMk/>
            <pc:sldMk cId="164127823" sldId="272"/>
            <ac:spMk id="2" creationId="{3DEC9A73-D446-92CD-D0F2-2BB711908A90}"/>
          </ac:spMkLst>
        </pc:spChg>
        <pc:spChg chg="topLvl">
          <ac:chgData name="Layman, Lucas M." userId="765a6955-843c-4a07-9fa9-a46adec1c277" providerId="ADAL" clId="{350CCFB3-DB0C-E845-B05D-B0FE63B504DF}" dt="2024-10-24T16:10:04.365" v="690" actId="165"/>
          <ac:spMkLst>
            <pc:docMk/>
            <pc:sldMk cId="164127823" sldId="272"/>
            <ac:spMk id="4" creationId="{946BB8F4-1120-4B87-4B2E-E436660B3F95}"/>
          </ac:spMkLst>
        </pc:spChg>
        <pc:spChg chg="add mod topLvl">
          <ac:chgData name="Layman, Lucas M." userId="765a6955-843c-4a07-9fa9-a46adec1c277" providerId="ADAL" clId="{350CCFB3-DB0C-E845-B05D-B0FE63B504DF}" dt="2024-10-24T16:12:30.948" v="767" actId="1076"/>
          <ac:spMkLst>
            <pc:docMk/>
            <pc:sldMk cId="164127823" sldId="272"/>
            <ac:spMk id="8" creationId="{7F294B18-52D3-FC96-CD99-A21248E32C96}"/>
          </ac:spMkLst>
        </pc:spChg>
        <pc:spChg chg="topLvl">
          <ac:chgData name="Layman, Lucas M." userId="765a6955-843c-4a07-9fa9-a46adec1c277" providerId="ADAL" clId="{350CCFB3-DB0C-E845-B05D-B0FE63B504DF}" dt="2024-10-24T16:10:04.365" v="690" actId="165"/>
          <ac:spMkLst>
            <pc:docMk/>
            <pc:sldMk cId="164127823" sldId="272"/>
            <ac:spMk id="10" creationId="{120AD75A-883C-2A11-B011-88064358CF58}"/>
          </ac:spMkLst>
        </pc:spChg>
        <pc:spChg chg="topLvl">
          <ac:chgData name="Layman, Lucas M." userId="765a6955-843c-4a07-9fa9-a46adec1c277" providerId="ADAL" clId="{350CCFB3-DB0C-E845-B05D-B0FE63B504DF}" dt="2024-10-24T16:10:04.365" v="690" actId="165"/>
          <ac:spMkLst>
            <pc:docMk/>
            <pc:sldMk cId="164127823" sldId="272"/>
            <ac:spMk id="11" creationId="{D4BE6C35-E832-6CCA-AEFD-DE79177B675D}"/>
          </ac:spMkLst>
        </pc:spChg>
        <pc:spChg chg="add mod">
          <ac:chgData name="Layman, Lucas M." userId="765a6955-843c-4a07-9fa9-a46adec1c277" providerId="ADAL" clId="{350CCFB3-DB0C-E845-B05D-B0FE63B504DF}" dt="2024-10-24T16:12:20.376" v="749" actId="1076"/>
          <ac:spMkLst>
            <pc:docMk/>
            <pc:sldMk cId="164127823" sldId="272"/>
            <ac:spMk id="16" creationId="{58AC0BAA-6260-10AE-3EA0-CA25A43FD469}"/>
          </ac:spMkLst>
        </pc:spChg>
        <pc:spChg chg="topLvl">
          <ac:chgData name="Layman, Lucas M." userId="765a6955-843c-4a07-9fa9-a46adec1c277" providerId="ADAL" clId="{350CCFB3-DB0C-E845-B05D-B0FE63B504DF}" dt="2024-10-24T16:10:04.365" v="690" actId="165"/>
          <ac:spMkLst>
            <pc:docMk/>
            <pc:sldMk cId="164127823" sldId="272"/>
            <ac:spMk id="17" creationId="{F9EE50F3-5167-2A5A-482D-6EB39D9E1704}"/>
          </ac:spMkLst>
        </pc:spChg>
        <pc:spChg chg="add mod">
          <ac:chgData name="Layman, Lucas M." userId="765a6955-843c-4a07-9fa9-a46adec1c277" providerId="ADAL" clId="{350CCFB3-DB0C-E845-B05D-B0FE63B504DF}" dt="2024-10-24T16:12:34.466" v="768" actId="1076"/>
          <ac:spMkLst>
            <pc:docMk/>
            <pc:sldMk cId="164127823" sldId="272"/>
            <ac:spMk id="18" creationId="{72455F60-4EB1-9DA7-1768-F15B5C3C6E4D}"/>
          </ac:spMkLst>
        </pc:spChg>
        <pc:spChg chg="del mod topLvl">
          <ac:chgData name="Layman, Lucas M." userId="765a6955-843c-4a07-9fa9-a46adec1c277" providerId="ADAL" clId="{350CCFB3-DB0C-E845-B05D-B0FE63B504DF}" dt="2024-10-24T16:11:31.703" v="739" actId="478"/>
          <ac:spMkLst>
            <pc:docMk/>
            <pc:sldMk cId="164127823" sldId="272"/>
            <ac:spMk id="20" creationId="{78D8C74A-3B54-065B-5595-596CB0F9612E}"/>
          </ac:spMkLst>
        </pc:spChg>
        <pc:spChg chg="add mod">
          <ac:chgData name="Layman, Lucas M." userId="765a6955-843c-4a07-9fa9-a46adec1c277" providerId="ADAL" clId="{350CCFB3-DB0C-E845-B05D-B0FE63B504DF}" dt="2024-10-24T16:24:43.081" v="775" actId="6549"/>
          <ac:spMkLst>
            <pc:docMk/>
            <pc:sldMk cId="164127823" sldId="272"/>
            <ac:spMk id="23" creationId="{D548297B-8458-78BF-8A2E-219135A9ACEC}"/>
          </ac:spMkLst>
        </pc:spChg>
        <pc:spChg chg="topLvl">
          <ac:chgData name="Layman, Lucas M." userId="765a6955-843c-4a07-9fa9-a46adec1c277" providerId="ADAL" clId="{350CCFB3-DB0C-E845-B05D-B0FE63B504DF}" dt="2024-10-24T16:10:04.365" v="690" actId="165"/>
          <ac:spMkLst>
            <pc:docMk/>
            <pc:sldMk cId="164127823" sldId="272"/>
            <ac:spMk id="24" creationId="{58BA7527-953A-2DC3-1076-3606C583C8B1}"/>
          </ac:spMkLst>
        </pc:spChg>
        <pc:spChg chg="topLvl">
          <ac:chgData name="Layman, Lucas M." userId="765a6955-843c-4a07-9fa9-a46adec1c277" providerId="ADAL" clId="{350CCFB3-DB0C-E845-B05D-B0FE63B504DF}" dt="2024-10-24T16:10:04.365" v="690" actId="165"/>
          <ac:spMkLst>
            <pc:docMk/>
            <pc:sldMk cId="164127823" sldId="272"/>
            <ac:spMk id="26" creationId="{AE00D2A4-7EB6-8885-2AB6-7D99979E3E19}"/>
          </ac:spMkLst>
        </pc:spChg>
        <pc:spChg chg="del topLvl">
          <ac:chgData name="Layman, Lucas M." userId="765a6955-843c-4a07-9fa9-a46adec1c277" providerId="ADAL" clId="{350CCFB3-DB0C-E845-B05D-B0FE63B504DF}" dt="2024-10-24T16:34:35.271" v="809" actId="478"/>
          <ac:spMkLst>
            <pc:docMk/>
            <pc:sldMk cId="164127823" sldId="272"/>
            <ac:spMk id="27" creationId="{F9977C0B-BF64-DB1D-29D9-C200484989D6}"/>
          </ac:spMkLst>
        </pc:spChg>
        <pc:spChg chg="add mod">
          <ac:chgData name="Layman, Lucas M." userId="765a6955-843c-4a07-9fa9-a46adec1c277" providerId="ADAL" clId="{350CCFB3-DB0C-E845-B05D-B0FE63B504DF}" dt="2024-10-24T16:24:55.396" v="787" actId="1036"/>
          <ac:spMkLst>
            <pc:docMk/>
            <pc:sldMk cId="164127823" sldId="272"/>
            <ac:spMk id="28" creationId="{87FF42A4-CA5E-3881-7C13-EE25696AA467}"/>
          </ac:spMkLst>
        </pc:spChg>
        <pc:spChg chg="mod topLvl">
          <ac:chgData name="Layman, Lucas M." userId="765a6955-843c-4a07-9fa9-a46adec1c277" providerId="ADAL" clId="{350CCFB3-DB0C-E845-B05D-B0FE63B504DF}" dt="2024-10-24T16:12:28.429" v="766" actId="1076"/>
          <ac:spMkLst>
            <pc:docMk/>
            <pc:sldMk cId="164127823" sldId="272"/>
            <ac:spMk id="30" creationId="{4793589A-EA37-AB6A-FA39-15EA0F65A48B}"/>
          </ac:spMkLst>
        </pc:spChg>
        <pc:spChg chg="mod topLvl">
          <ac:chgData name="Layman, Lucas M." userId="765a6955-843c-4a07-9fa9-a46adec1c277" providerId="ADAL" clId="{350CCFB3-DB0C-E845-B05D-B0FE63B504DF}" dt="2024-10-24T16:12:28.429" v="766" actId="1076"/>
          <ac:spMkLst>
            <pc:docMk/>
            <pc:sldMk cId="164127823" sldId="272"/>
            <ac:spMk id="31" creationId="{741C4B53-7297-C29D-5DF6-58CC0C8CECC4}"/>
          </ac:spMkLst>
        </pc:spChg>
        <pc:spChg chg="mod topLvl">
          <ac:chgData name="Layman, Lucas M." userId="765a6955-843c-4a07-9fa9-a46adec1c277" providerId="ADAL" clId="{350CCFB3-DB0C-E845-B05D-B0FE63B504DF}" dt="2024-10-24T16:12:28.429" v="766" actId="1076"/>
          <ac:spMkLst>
            <pc:docMk/>
            <pc:sldMk cId="164127823" sldId="272"/>
            <ac:spMk id="32" creationId="{E776A277-C026-AB00-270D-B990F109F4AC}"/>
          </ac:spMkLst>
        </pc:spChg>
        <pc:spChg chg="mod topLvl">
          <ac:chgData name="Layman, Lucas M." userId="765a6955-843c-4a07-9fa9-a46adec1c277" providerId="ADAL" clId="{350CCFB3-DB0C-E845-B05D-B0FE63B504DF}" dt="2024-10-24T16:19:08.433" v="772" actId="20577"/>
          <ac:spMkLst>
            <pc:docMk/>
            <pc:sldMk cId="164127823" sldId="272"/>
            <ac:spMk id="36" creationId="{460225AD-EDF7-D6EB-4803-08BD01381575}"/>
          </ac:spMkLst>
        </pc:spChg>
        <pc:spChg chg="topLvl">
          <ac:chgData name="Layman, Lucas M." userId="765a6955-843c-4a07-9fa9-a46adec1c277" providerId="ADAL" clId="{350CCFB3-DB0C-E845-B05D-B0FE63B504DF}" dt="2024-10-24T16:10:04.365" v="690" actId="165"/>
          <ac:spMkLst>
            <pc:docMk/>
            <pc:sldMk cId="164127823" sldId="272"/>
            <ac:spMk id="42" creationId="{109C364D-3E9D-848E-D923-C404067DA30A}"/>
          </ac:spMkLst>
        </pc:spChg>
        <pc:grpChg chg="add del">
          <ac:chgData name="Layman, Lucas M." userId="765a6955-843c-4a07-9fa9-a46adec1c277" providerId="ADAL" clId="{350CCFB3-DB0C-E845-B05D-B0FE63B504DF}" dt="2024-10-24T16:10:04.169" v="689" actId="165"/>
          <ac:grpSpMkLst>
            <pc:docMk/>
            <pc:sldMk cId="164127823" sldId="272"/>
            <ac:grpSpMk id="12" creationId="{D29135BE-0587-49F7-597F-22907AD062A8}"/>
          </ac:grpSpMkLst>
        </pc:grpChg>
        <pc:grpChg chg="del mod topLvl">
          <ac:chgData name="Layman, Lucas M." userId="765a6955-843c-4a07-9fa9-a46adec1c277" providerId="ADAL" clId="{350CCFB3-DB0C-E845-B05D-B0FE63B504DF}" dt="2024-10-24T16:10:04.365" v="690" actId="165"/>
          <ac:grpSpMkLst>
            <pc:docMk/>
            <pc:sldMk cId="164127823" sldId="272"/>
            <ac:grpSpMk id="41" creationId="{864D6F66-C3B5-8019-2155-2AE598C7A73A}"/>
          </ac:grpSpMkLst>
        </pc:grpChg>
        <pc:picChg chg="topLvl">
          <ac:chgData name="Layman, Lucas M." userId="765a6955-843c-4a07-9fa9-a46adec1c277" providerId="ADAL" clId="{350CCFB3-DB0C-E845-B05D-B0FE63B504DF}" dt="2024-10-24T16:10:04.365" v="690" actId="165"/>
          <ac:picMkLst>
            <pc:docMk/>
            <pc:sldMk cId="164127823" sldId="272"/>
            <ac:picMk id="5" creationId="{6165C238-3B34-08A9-DB7B-ED5DE1DD3294}"/>
          </ac:picMkLst>
        </pc:picChg>
        <pc:picChg chg="topLvl">
          <ac:chgData name="Layman, Lucas M." userId="765a6955-843c-4a07-9fa9-a46adec1c277" providerId="ADAL" clId="{350CCFB3-DB0C-E845-B05D-B0FE63B504DF}" dt="2024-10-24T16:10:04.365" v="690" actId="165"/>
          <ac:picMkLst>
            <pc:docMk/>
            <pc:sldMk cId="164127823" sldId="272"/>
            <ac:picMk id="7" creationId="{D23993DF-D833-7819-ADF8-EAE4145D787F}"/>
          </ac:picMkLst>
        </pc:picChg>
        <pc:picChg chg="topLvl">
          <ac:chgData name="Layman, Lucas M." userId="765a6955-843c-4a07-9fa9-a46adec1c277" providerId="ADAL" clId="{350CCFB3-DB0C-E845-B05D-B0FE63B504DF}" dt="2024-10-24T16:10:04.365" v="690" actId="165"/>
          <ac:picMkLst>
            <pc:docMk/>
            <pc:sldMk cId="164127823" sldId="272"/>
            <ac:picMk id="9" creationId="{AD6A27A9-F1AA-9743-4857-25A041552EE5}"/>
          </ac:picMkLst>
        </pc:picChg>
        <pc:cxnChg chg="topLvl">
          <ac:chgData name="Layman, Lucas M." userId="765a6955-843c-4a07-9fa9-a46adec1c277" providerId="ADAL" clId="{350CCFB3-DB0C-E845-B05D-B0FE63B504DF}" dt="2024-10-24T16:10:04.365" v="690" actId="165"/>
          <ac:cxnSpMkLst>
            <pc:docMk/>
            <pc:sldMk cId="164127823" sldId="272"/>
            <ac:cxnSpMk id="3" creationId="{960917B2-372D-8305-8E7F-92F32BCA4FD8}"/>
          </ac:cxnSpMkLst>
        </pc:cxnChg>
        <pc:cxnChg chg="topLvl">
          <ac:chgData name="Layman, Lucas M." userId="765a6955-843c-4a07-9fa9-a46adec1c277" providerId="ADAL" clId="{350CCFB3-DB0C-E845-B05D-B0FE63B504DF}" dt="2024-10-24T16:10:04.365" v="690" actId="165"/>
          <ac:cxnSpMkLst>
            <pc:docMk/>
            <pc:sldMk cId="164127823" sldId="272"/>
            <ac:cxnSpMk id="6" creationId="{289544B5-D7DF-9B52-42EE-8980B1303162}"/>
          </ac:cxnSpMkLst>
        </pc:cxnChg>
        <pc:cxnChg chg="add mod">
          <ac:chgData name="Layman, Lucas M." userId="765a6955-843c-4a07-9fa9-a46adec1c277" providerId="ADAL" clId="{350CCFB3-DB0C-E845-B05D-B0FE63B504DF}" dt="2024-10-24T16:12:34.466" v="768" actId="1076"/>
          <ac:cxnSpMkLst>
            <pc:docMk/>
            <pc:sldMk cId="164127823" sldId="272"/>
            <ac:cxnSpMk id="14" creationId="{E4D856B0-0452-88B8-6E69-EF8EC7F5C030}"/>
          </ac:cxnSpMkLst>
        </pc:cxnChg>
        <pc:cxnChg chg="topLvl">
          <ac:chgData name="Layman, Lucas M." userId="765a6955-843c-4a07-9fa9-a46adec1c277" providerId="ADAL" clId="{350CCFB3-DB0C-E845-B05D-B0FE63B504DF}" dt="2024-10-24T16:10:04.365" v="690" actId="165"/>
          <ac:cxnSpMkLst>
            <pc:docMk/>
            <pc:sldMk cId="164127823" sldId="272"/>
            <ac:cxnSpMk id="25" creationId="{02B13922-024B-4292-B077-58A0BC649C05}"/>
          </ac:cxnSpMkLst>
        </pc:cxnChg>
        <pc:cxnChg chg="topLvl">
          <ac:chgData name="Layman, Lucas M." userId="765a6955-843c-4a07-9fa9-a46adec1c277" providerId="ADAL" clId="{350CCFB3-DB0C-E845-B05D-B0FE63B504DF}" dt="2024-10-24T16:10:04.365" v="690" actId="165"/>
          <ac:cxnSpMkLst>
            <pc:docMk/>
            <pc:sldMk cId="164127823" sldId="272"/>
            <ac:cxnSpMk id="29" creationId="{F335EB79-D946-D1F2-E0D9-B79E0D78CECA}"/>
          </ac:cxnSpMkLst>
        </pc:cxnChg>
        <pc:cxnChg chg="del mod topLvl">
          <ac:chgData name="Layman, Lucas M." userId="765a6955-843c-4a07-9fa9-a46adec1c277" providerId="ADAL" clId="{350CCFB3-DB0C-E845-B05D-B0FE63B504DF}" dt="2024-10-24T16:12:03.975" v="747" actId="478"/>
          <ac:cxnSpMkLst>
            <pc:docMk/>
            <pc:sldMk cId="164127823" sldId="272"/>
            <ac:cxnSpMk id="35" creationId="{2EF2F8ED-04D7-9C26-5056-41D0BAEFFEE1}"/>
          </ac:cxnSpMkLst>
        </pc:cxnChg>
      </pc:sldChg>
      <pc:sldChg chg="addSp delSp modSp add mod">
        <pc:chgData name="Layman, Lucas M." userId="765a6955-843c-4a07-9fa9-a46adec1c277" providerId="ADAL" clId="{350CCFB3-DB0C-E845-B05D-B0FE63B504DF}" dt="2024-10-24T17:04:54.873" v="885" actId="21"/>
        <pc:sldMkLst>
          <pc:docMk/>
          <pc:sldMk cId="384410931" sldId="273"/>
        </pc:sldMkLst>
        <pc:spChg chg="del">
          <ac:chgData name="Layman, Lucas M." userId="765a6955-843c-4a07-9fa9-a46adec1c277" providerId="ADAL" clId="{350CCFB3-DB0C-E845-B05D-B0FE63B504DF}" dt="2024-10-24T16:33:30.152" v="789" actId="478"/>
          <ac:spMkLst>
            <pc:docMk/>
            <pc:sldMk cId="384410931" sldId="273"/>
            <ac:spMk id="8" creationId="{22B9D9B2-CA06-E967-2186-4FBE26C19A45}"/>
          </ac:spMkLst>
        </pc:spChg>
        <pc:spChg chg="add mod">
          <ac:chgData name="Layman, Lucas M." userId="765a6955-843c-4a07-9fa9-a46adec1c277" providerId="ADAL" clId="{350CCFB3-DB0C-E845-B05D-B0FE63B504DF}" dt="2024-10-24T16:37:20.423" v="838" actId="1038"/>
          <ac:spMkLst>
            <pc:docMk/>
            <pc:sldMk cId="384410931" sldId="273"/>
            <ac:spMk id="15" creationId="{69946A13-A584-0365-D606-B9DF1D54C618}"/>
          </ac:spMkLst>
        </pc:spChg>
        <pc:spChg chg="del">
          <ac:chgData name="Layman, Lucas M." userId="765a6955-843c-4a07-9fa9-a46adec1c277" providerId="ADAL" clId="{350CCFB3-DB0C-E845-B05D-B0FE63B504DF}" dt="2024-10-24T16:33:36.611" v="791" actId="478"/>
          <ac:spMkLst>
            <pc:docMk/>
            <pc:sldMk cId="384410931" sldId="273"/>
            <ac:spMk id="16" creationId="{FE99BEEA-E784-6F02-1C19-254A0A4326EE}"/>
          </ac:spMkLst>
        </pc:spChg>
        <pc:spChg chg="del">
          <ac:chgData name="Layman, Lucas M." userId="765a6955-843c-4a07-9fa9-a46adec1c277" providerId="ADAL" clId="{350CCFB3-DB0C-E845-B05D-B0FE63B504DF}" dt="2024-10-24T16:33:42.107" v="793" actId="478"/>
          <ac:spMkLst>
            <pc:docMk/>
            <pc:sldMk cId="384410931" sldId="273"/>
            <ac:spMk id="18" creationId="{02DED8E0-A8FF-D8C6-38C6-050BC0BA9E65}"/>
          </ac:spMkLst>
        </pc:spChg>
        <pc:spChg chg="add mod">
          <ac:chgData name="Layman, Lucas M." userId="765a6955-843c-4a07-9fa9-a46adec1c277" providerId="ADAL" clId="{350CCFB3-DB0C-E845-B05D-B0FE63B504DF}" dt="2024-10-24T16:34:23.328" v="802" actId="1076"/>
          <ac:spMkLst>
            <pc:docMk/>
            <pc:sldMk cId="384410931" sldId="273"/>
            <ac:spMk id="20" creationId="{537A0012-15C8-FF93-A9FD-7ADEE95AA592}"/>
          </ac:spMkLst>
        </pc:spChg>
        <pc:spChg chg="add mod">
          <ac:chgData name="Layman, Lucas M." userId="765a6955-843c-4a07-9fa9-a46adec1c277" providerId="ADAL" clId="{350CCFB3-DB0C-E845-B05D-B0FE63B504DF}" dt="2024-10-24T16:35:21.778" v="826" actId="20577"/>
          <ac:spMkLst>
            <pc:docMk/>
            <pc:sldMk cId="384410931" sldId="273"/>
            <ac:spMk id="22" creationId="{7348D47C-D368-AD90-8D64-12B1DCE16AE7}"/>
          </ac:spMkLst>
        </pc:spChg>
        <pc:spChg chg="del">
          <ac:chgData name="Layman, Lucas M." userId="765a6955-843c-4a07-9fa9-a46adec1c277" providerId="ADAL" clId="{350CCFB3-DB0C-E845-B05D-B0FE63B504DF}" dt="2024-10-24T16:33:42.107" v="793" actId="478"/>
          <ac:spMkLst>
            <pc:docMk/>
            <pc:sldMk cId="384410931" sldId="273"/>
            <ac:spMk id="23" creationId="{14D1453F-1831-CEFC-1775-5DDC75012844}"/>
          </ac:spMkLst>
        </pc:spChg>
        <pc:spChg chg="del mod">
          <ac:chgData name="Layman, Lucas M." userId="765a6955-843c-4a07-9fa9-a46adec1c277" providerId="ADAL" clId="{350CCFB3-DB0C-E845-B05D-B0FE63B504DF}" dt="2024-10-24T16:34:30.006" v="807" actId="478"/>
          <ac:spMkLst>
            <pc:docMk/>
            <pc:sldMk cId="384410931" sldId="273"/>
            <ac:spMk id="26" creationId="{818CE80D-1099-000C-B6C0-66A0A00EC0D4}"/>
          </ac:spMkLst>
        </pc:spChg>
        <pc:spChg chg="del mod">
          <ac:chgData name="Layman, Lucas M." userId="765a6955-843c-4a07-9fa9-a46adec1c277" providerId="ADAL" clId="{350CCFB3-DB0C-E845-B05D-B0FE63B504DF}" dt="2024-10-24T16:34:27.731" v="805" actId="478"/>
          <ac:spMkLst>
            <pc:docMk/>
            <pc:sldMk cId="384410931" sldId="273"/>
            <ac:spMk id="27" creationId="{4CC33CEB-B164-CF46-6A7C-7AECAB225E69}"/>
          </ac:spMkLst>
        </pc:spChg>
        <pc:spChg chg="del">
          <ac:chgData name="Layman, Lucas M." userId="765a6955-843c-4a07-9fa9-a46adec1c277" providerId="ADAL" clId="{350CCFB3-DB0C-E845-B05D-B0FE63B504DF}" dt="2024-10-24T16:33:42.107" v="793" actId="478"/>
          <ac:spMkLst>
            <pc:docMk/>
            <pc:sldMk cId="384410931" sldId="273"/>
            <ac:spMk id="28" creationId="{BA48D2EC-DC9C-310A-E6EF-E258BCAA13EB}"/>
          </ac:spMkLst>
        </pc:spChg>
        <pc:spChg chg="add mod">
          <ac:chgData name="Layman, Lucas M." userId="765a6955-843c-4a07-9fa9-a46adec1c277" providerId="ADAL" clId="{350CCFB3-DB0C-E845-B05D-B0FE63B504DF}" dt="2024-10-24T16:35:39.852" v="828" actId="1076"/>
          <ac:spMkLst>
            <pc:docMk/>
            <pc:sldMk cId="384410931" sldId="273"/>
            <ac:spMk id="34" creationId="{82D8CE1C-330E-4ECA-FA7F-CAEC35205CD9}"/>
          </ac:spMkLst>
        </pc:spChg>
        <pc:spChg chg="add del mod">
          <ac:chgData name="Layman, Lucas M." userId="765a6955-843c-4a07-9fa9-a46adec1c277" providerId="ADAL" clId="{350CCFB3-DB0C-E845-B05D-B0FE63B504DF}" dt="2024-10-24T17:04:54.873" v="885" actId="21"/>
          <ac:spMkLst>
            <pc:docMk/>
            <pc:sldMk cId="384410931" sldId="273"/>
            <ac:spMk id="35" creationId="{45B1ABFE-DCCE-0588-9E21-35D6176CF7E0}"/>
          </ac:spMkLst>
        </pc:spChg>
        <pc:spChg chg="del">
          <ac:chgData name="Layman, Lucas M." userId="765a6955-843c-4a07-9fa9-a46adec1c277" providerId="ADAL" clId="{350CCFB3-DB0C-E845-B05D-B0FE63B504DF}" dt="2024-10-24T16:33:35.246" v="790" actId="478"/>
          <ac:spMkLst>
            <pc:docMk/>
            <pc:sldMk cId="384410931" sldId="273"/>
            <ac:spMk id="36" creationId="{1AB832A3-E90C-5439-20EB-BEE609DB88CA}"/>
          </ac:spMkLst>
        </pc:spChg>
        <pc:grpChg chg="add mod">
          <ac:chgData name="Layman, Lucas M." userId="765a6955-843c-4a07-9fa9-a46adec1c277" providerId="ADAL" clId="{350CCFB3-DB0C-E845-B05D-B0FE63B504DF}" dt="2024-10-24T16:33:54.221" v="795" actId="1076"/>
          <ac:grpSpMkLst>
            <pc:docMk/>
            <pc:sldMk cId="384410931" sldId="273"/>
            <ac:grpSpMk id="12" creationId="{8D4AEB37-A797-4FA9-F66F-B3D8E1E9ACDD}"/>
          </ac:grpSpMkLst>
        </pc:grpChg>
        <pc:cxnChg chg="add mod">
          <ac:chgData name="Layman, Lucas M." userId="765a6955-843c-4a07-9fa9-a46adec1c277" providerId="ADAL" clId="{350CCFB3-DB0C-E845-B05D-B0FE63B504DF}" dt="2024-10-24T16:34:32.336" v="808" actId="14100"/>
          <ac:cxnSpMkLst>
            <pc:docMk/>
            <pc:sldMk cId="384410931" sldId="273"/>
            <ac:cxnSpMk id="13" creationId="{E107B09D-6FD2-632B-9374-BC3E7B36554A}"/>
          </ac:cxnSpMkLst>
        </pc:cxnChg>
        <pc:cxnChg chg="del mod">
          <ac:chgData name="Layman, Lucas M." userId="765a6955-843c-4a07-9fa9-a46adec1c277" providerId="ADAL" clId="{350CCFB3-DB0C-E845-B05D-B0FE63B504DF}" dt="2024-10-24T16:33:37.488" v="792" actId="478"/>
          <ac:cxnSpMkLst>
            <pc:docMk/>
            <pc:sldMk cId="384410931" sldId="273"/>
            <ac:cxnSpMk id="14" creationId="{CA9DF9E9-BD88-37B1-15CB-A9FF0F87D5F4}"/>
          </ac:cxnSpMkLst>
        </pc:cxnChg>
        <pc:cxnChg chg="add mod">
          <ac:chgData name="Layman, Lucas M." userId="765a6955-843c-4a07-9fa9-a46adec1c277" providerId="ADAL" clId="{350CCFB3-DB0C-E845-B05D-B0FE63B504DF}" dt="2024-10-24T16:34:23.328" v="802" actId="1076"/>
          <ac:cxnSpMkLst>
            <pc:docMk/>
            <pc:sldMk cId="384410931" sldId="273"/>
            <ac:cxnSpMk id="19" creationId="{153CF789-1F28-F57E-A02C-65904D352C90}"/>
          </ac:cxnSpMkLst>
        </pc:cxnChg>
        <pc:cxnChg chg="add mod">
          <ac:chgData name="Layman, Lucas M." userId="765a6955-843c-4a07-9fa9-a46adec1c277" providerId="ADAL" clId="{350CCFB3-DB0C-E845-B05D-B0FE63B504DF}" dt="2024-10-24T16:35:39.852" v="828" actId="1076"/>
          <ac:cxnSpMkLst>
            <pc:docMk/>
            <pc:sldMk cId="384410931" sldId="273"/>
            <ac:cxnSpMk id="33" creationId="{0AC66076-B082-5E4A-1618-0BC8FD526CBD}"/>
          </ac:cxnSpMkLst>
        </pc:cxnChg>
      </pc:sldChg>
      <pc:sldChg chg="addSp delSp modSp add mod ord">
        <pc:chgData name="Layman, Lucas M." userId="765a6955-843c-4a07-9fa9-a46adec1c277" providerId="ADAL" clId="{350CCFB3-DB0C-E845-B05D-B0FE63B504DF}" dt="2024-10-24T17:13:33.017" v="905" actId="20578"/>
        <pc:sldMkLst>
          <pc:docMk/>
          <pc:sldMk cId="2948519412" sldId="274"/>
        </pc:sldMkLst>
        <pc:spChg chg="add del mod">
          <ac:chgData name="Layman, Lucas M." userId="765a6955-843c-4a07-9fa9-a46adec1c277" providerId="ADAL" clId="{350CCFB3-DB0C-E845-B05D-B0FE63B504DF}" dt="2024-10-24T17:03:45.317" v="868" actId="478"/>
          <ac:spMkLst>
            <pc:docMk/>
            <pc:sldMk cId="2948519412" sldId="274"/>
            <ac:spMk id="8" creationId="{A6A54526-0064-16C2-CBED-E7C07ADD6EC7}"/>
          </ac:spMkLst>
        </pc:spChg>
        <pc:spChg chg="add mod">
          <ac:chgData name="Layman, Lucas M." userId="765a6955-843c-4a07-9fa9-a46adec1c277" providerId="ADAL" clId="{350CCFB3-DB0C-E845-B05D-B0FE63B504DF}" dt="2024-10-24T17:04:25.230" v="876" actId="14100"/>
          <ac:spMkLst>
            <pc:docMk/>
            <pc:sldMk cId="2948519412" sldId="274"/>
            <ac:spMk id="14" creationId="{1ABFF8A4-F773-EA6C-0EFD-BDF30CB38FB6}"/>
          </ac:spMkLst>
        </pc:spChg>
        <pc:spChg chg="del">
          <ac:chgData name="Layman, Lucas M." userId="765a6955-843c-4a07-9fa9-a46adec1c277" providerId="ADAL" clId="{350CCFB3-DB0C-E845-B05D-B0FE63B504DF}" dt="2024-10-24T17:03:17.057" v="855" actId="478"/>
          <ac:spMkLst>
            <pc:docMk/>
            <pc:sldMk cId="2948519412" sldId="274"/>
            <ac:spMk id="15" creationId="{0975D288-87BE-1F93-3157-32644EE9601F}"/>
          </ac:spMkLst>
        </pc:spChg>
        <pc:spChg chg="add mod">
          <ac:chgData name="Layman, Lucas M." userId="765a6955-843c-4a07-9fa9-a46adec1c277" providerId="ADAL" clId="{350CCFB3-DB0C-E845-B05D-B0FE63B504DF}" dt="2024-10-24T17:04:30.897" v="879" actId="1076"/>
          <ac:spMkLst>
            <pc:docMk/>
            <pc:sldMk cId="2948519412" sldId="274"/>
            <ac:spMk id="16" creationId="{FD72D920-769D-2A40-7584-EDF800B93830}"/>
          </ac:spMkLst>
        </pc:spChg>
        <pc:spChg chg="add mod">
          <ac:chgData name="Layman, Lucas M." userId="765a6955-843c-4a07-9fa9-a46adec1c277" providerId="ADAL" clId="{350CCFB3-DB0C-E845-B05D-B0FE63B504DF}" dt="2024-10-24T17:05:05.981" v="902" actId="14100"/>
          <ac:spMkLst>
            <pc:docMk/>
            <pc:sldMk cId="2948519412" sldId="274"/>
            <ac:spMk id="18" creationId="{77ADEDB9-E45C-B986-B18A-E851EEFB0A3C}"/>
          </ac:spMkLst>
        </pc:spChg>
        <pc:spChg chg="del">
          <ac:chgData name="Layman, Lucas M." userId="765a6955-843c-4a07-9fa9-a46adec1c277" providerId="ADAL" clId="{350CCFB3-DB0C-E845-B05D-B0FE63B504DF}" dt="2024-10-24T17:03:20.297" v="857" actId="478"/>
          <ac:spMkLst>
            <pc:docMk/>
            <pc:sldMk cId="2948519412" sldId="274"/>
            <ac:spMk id="20" creationId="{4B63F821-6A18-D246-E672-1B92D24D9D22}"/>
          </ac:spMkLst>
        </pc:spChg>
        <pc:spChg chg="del">
          <ac:chgData name="Layman, Lucas M." userId="765a6955-843c-4a07-9fa9-a46adec1c277" providerId="ADAL" clId="{350CCFB3-DB0C-E845-B05D-B0FE63B504DF}" dt="2024-10-24T17:04:33.171" v="880" actId="478"/>
          <ac:spMkLst>
            <pc:docMk/>
            <pc:sldMk cId="2948519412" sldId="274"/>
            <ac:spMk id="34" creationId="{48833089-7AEC-7D33-547B-497D43BA3028}"/>
          </ac:spMkLst>
        </pc:spChg>
        <pc:cxnChg chg="del">
          <ac:chgData name="Layman, Lucas M." userId="765a6955-843c-4a07-9fa9-a46adec1c277" providerId="ADAL" clId="{350CCFB3-DB0C-E845-B05D-B0FE63B504DF}" dt="2024-10-24T17:03:18.383" v="856" actId="478"/>
          <ac:cxnSpMkLst>
            <pc:docMk/>
            <pc:sldMk cId="2948519412" sldId="274"/>
            <ac:cxnSpMk id="13" creationId="{C569E38F-58B5-D8BF-CDED-F58EC3C72F26}"/>
          </ac:cxnSpMkLst>
        </pc:cxnChg>
        <pc:cxnChg chg="del">
          <ac:chgData name="Layman, Lucas M." userId="765a6955-843c-4a07-9fa9-a46adec1c277" providerId="ADAL" clId="{350CCFB3-DB0C-E845-B05D-B0FE63B504DF}" dt="2024-10-24T17:03:21.645" v="858" actId="478"/>
          <ac:cxnSpMkLst>
            <pc:docMk/>
            <pc:sldMk cId="2948519412" sldId="274"/>
            <ac:cxnSpMk id="19" creationId="{16B0E118-C059-5341-05AA-86D43181019D}"/>
          </ac:cxnSpMkLst>
        </pc:cxnChg>
        <pc:cxnChg chg="del">
          <ac:chgData name="Layman, Lucas M." userId="765a6955-843c-4a07-9fa9-a46adec1c277" providerId="ADAL" clId="{350CCFB3-DB0C-E845-B05D-B0FE63B504DF}" dt="2024-10-24T17:04:34.564" v="881" actId="478"/>
          <ac:cxnSpMkLst>
            <pc:docMk/>
            <pc:sldMk cId="2948519412" sldId="274"/>
            <ac:cxnSpMk id="33" creationId="{CDE43EC9-7174-799C-AC23-F5B3644A6659}"/>
          </ac:cxnSpMkLst>
        </pc:cxnChg>
      </pc:sldChg>
      <pc:sldChg chg="addSp modSp add mod ord">
        <pc:chgData name="Layman, Lucas M." userId="765a6955-843c-4a07-9fa9-a46adec1c277" providerId="ADAL" clId="{350CCFB3-DB0C-E845-B05D-B0FE63B504DF}" dt="2024-10-24T17:15:04.103" v="916" actId="1076"/>
        <pc:sldMkLst>
          <pc:docMk/>
          <pc:sldMk cId="4108012862" sldId="275"/>
        </pc:sldMkLst>
        <pc:spChg chg="add mod">
          <ac:chgData name="Layman, Lucas M." userId="765a6955-843c-4a07-9fa9-a46adec1c277" providerId="ADAL" clId="{350CCFB3-DB0C-E845-B05D-B0FE63B504DF}" dt="2024-10-24T17:15:01.018" v="915" actId="1076"/>
          <ac:spMkLst>
            <pc:docMk/>
            <pc:sldMk cId="4108012862" sldId="275"/>
            <ac:spMk id="12" creationId="{57E185DB-6D17-FB05-DCE6-BE7BF99410CA}"/>
          </ac:spMkLst>
        </pc:spChg>
        <pc:spChg chg="add mod">
          <ac:chgData name="Layman, Lucas M." userId="765a6955-843c-4a07-9fa9-a46adec1c277" providerId="ADAL" clId="{350CCFB3-DB0C-E845-B05D-B0FE63B504DF}" dt="2024-10-24T17:15:04.103" v="916" actId="1076"/>
          <ac:spMkLst>
            <pc:docMk/>
            <pc:sldMk cId="4108012862" sldId="275"/>
            <ac:spMk id="13" creationId="{4B70A245-C886-B48B-B3EA-A931A5F2FD71}"/>
          </ac:spMkLst>
        </pc:spChg>
        <pc:spChg chg="add mod">
          <ac:chgData name="Layman, Lucas M." userId="765a6955-843c-4a07-9fa9-a46adec1c277" providerId="ADAL" clId="{350CCFB3-DB0C-E845-B05D-B0FE63B504DF}" dt="2024-10-24T17:15:04.103" v="916" actId="1076"/>
          <ac:spMkLst>
            <pc:docMk/>
            <pc:sldMk cId="4108012862" sldId="275"/>
            <ac:spMk id="15" creationId="{24971941-65C9-F0EB-80C2-690EC429284C}"/>
          </ac:spMkLst>
        </pc:spChg>
        <pc:spChg chg="mod">
          <ac:chgData name="Layman, Lucas M." userId="765a6955-843c-4a07-9fa9-a46adec1c277" providerId="ADAL" clId="{350CCFB3-DB0C-E845-B05D-B0FE63B504DF}" dt="2024-10-24T17:14:57.129" v="914" actId="20577"/>
          <ac:spMkLst>
            <pc:docMk/>
            <pc:sldMk cId="4108012862" sldId="275"/>
            <ac:spMk id="36" creationId="{577AE612-DE61-C174-95CC-4B4394A096C8}"/>
          </ac:spMkLst>
        </pc:spChg>
      </pc:sldChg>
      <pc:sldChg chg="addSp delSp modSp add del mod">
        <pc:chgData name="Layman, Lucas M." userId="765a6955-843c-4a07-9fa9-a46adec1c277" providerId="ADAL" clId="{350CCFB3-DB0C-E845-B05D-B0FE63B504DF}" dt="2024-10-31T17:18:04.529" v="995" actId="2696"/>
        <pc:sldMkLst>
          <pc:docMk/>
          <pc:sldMk cId="3475987898" sldId="276"/>
        </pc:sldMkLst>
        <pc:spChg chg="del">
          <ac:chgData name="Layman, Lucas M." userId="765a6955-843c-4a07-9fa9-a46adec1c277" providerId="ADAL" clId="{350CCFB3-DB0C-E845-B05D-B0FE63B504DF}" dt="2024-10-31T17:17:56.593" v="992" actId="478"/>
          <ac:spMkLst>
            <pc:docMk/>
            <pc:sldMk cId="3475987898" sldId="276"/>
            <ac:spMk id="12" creationId="{5B630844-A4E9-35C9-5A24-442406DA743A}"/>
          </ac:spMkLst>
        </pc:spChg>
        <pc:spChg chg="add del mod">
          <ac:chgData name="Layman, Lucas M." userId="765a6955-843c-4a07-9fa9-a46adec1c277" providerId="ADAL" clId="{350CCFB3-DB0C-E845-B05D-B0FE63B504DF}" dt="2024-10-31T17:18:00.290" v="994" actId="478"/>
          <ac:spMkLst>
            <pc:docMk/>
            <pc:sldMk cId="3475987898" sldId="276"/>
            <ac:spMk id="19" creationId="{129B6C84-3042-FC30-37FF-FF969798B2A9}"/>
          </ac:spMkLst>
        </pc:spChg>
      </pc:sldChg>
      <pc:sldChg chg="addSp delSp modSp add del mod">
        <pc:chgData name="Layman, Lucas M." userId="765a6955-843c-4a07-9fa9-a46adec1c277" providerId="ADAL" clId="{350CCFB3-DB0C-E845-B05D-B0FE63B504DF}" dt="2024-10-24T17:14:37.360" v="910" actId="2696"/>
        <pc:sldMkLst>
          <pc:docMk/>
          <pc:sldMk cId="3963860789" sldId="276"/>
        </pc:sldMkLst>
        <pc:spChg chg="add mod">
          <ac:chgData name="Layman, Lucas M." userId="765a6955-843c-4a07-9fa9-a46adec1c277" providerId="ADAL" clId="{350CCFB3-DB0C-E845-B05D-B0FE63B504DF}" dt="2024-10-24T17:14:06.967" v="908"/>
          <ac:spMkLst>
            <pc:docMk/>
            <pc:sldMk cId="3963860789" sldId="276"/>
            <ac:spMk id="8" creationId="{A7526A1D-84CA-9AA5-F856-29A7D0CA164B}"/>
          </ac:spMkLst>
        </pc:spChg>
        <pc:spChg chg="add mod">
          <ac:chgData name="Layman, Lucas M." userId="765a6955-843c-4a07-9fa9-a46adec1c277" providerId="ADAL" clId="{350CCFB3-DB0C-E845-B05D-B0FE63B504DF}" dt="2024-10-24T17:14:06.967" v="908"/>
          <ac:spMkLst>
            <pc:docMk/>
            <pc:sldMk cId="3963860789" sldId="276"/>
            <ac:spMk id="13" creationId="{34A1D7D0-7BB9-BC98-AC0E-DF092E0969EF}"/>
          </ac:spMkLst>
        </pc:spChg>
        <pc:spChg chg="add mod">
          <ac:chgData name="Layman, Lucas M." userId="765a6955-843c-4a07-9fa9-a46adec1c277" providerId="ADAL" clId="{350CCFB3-DB0C-E845-B05D-B0FE63B504DF}" dt="2024-10-24T17:14:06.967" v="908"/>
          <ac:spMkLst>
            <pc:docMk/>
            <pc:sldMk cId="3963860789" sldId="276"/>
            <ac:spMk id="15" creationId="{BF7090E3-F640-08E1-6B09-0F7CB38AC35A}"/>
          </ac:spMkLst>
        </pc:spChg>
        <pc:spChg chg="add mod">
          <ac:chgData name="Layman, Lucas M." userId="765a6955-843c-4a07-9fa9-a46adec1c277" providerId="ADAL" clId="{350CCFB3-DB0C-E845-B05D-B0FE63B504DF}" dt="2024-10-24T17:14:06.967" v="908"/>
          <ac:spMkLst>
            <pc:docMk/>
            <pc:sldMk cId="3963860789" sldId="276"/>
            <ac:spMk id="19" creationId="{524C3304-D70B-8644-724C-46C7DB984ECC}"/>
          </ac:spMkLst>
        </pc:spChg>
        <pc:spChg chg="add mod">
          <ac:chgData name="Layman, Lucas M." userId="765a6955-843c-4a07-9fa9-a46adec1c277" providerId="ADAL" clId="{350CCFB3-DB0C-E845-B05D-B0FE63B504DF}" dt="2024-10-24T17:14:06.967" v="908"/>
          <ac:spMkLst>
            <pc:docMk/>
            <pc:sldMk cId="3963860789" sldId="276"/>
            <ac:spMk id="20" creationId="{564C7A9B-AD88-E97B-7F21-75FA25CB1F67}"/>
          </ac:spMkLst>
        </pc:spChg>
        <pc:spChg chg="add mod">
          <ac:chgData name="Layman, Lucas M." userId="765a6955-843c-4a07-9fa9-a46adec1c277" providerId="ADAL" clId="{350CCFB3-DB0C-E845-B05D-B0FE63B504DF}" dt="2024-10-24T17:14:06.967" v="908"/>
          <ac:spMkLst>
            <pc:docMk/>
            <pc:sldMk cId="3963860789" sldId="276"/>
            <ac:spMk id="21" creationId="{8EB9574E-176A-7C1B-8F23-B75E9DEABB87}"/>
          </ac:spMkLst>
        </pc:spChg>
        <pc:spChg chg="add mod">
          <ac:chgData name="Layman, Lucas M." userId="765a6955-843c-4a07-9fa9-a46adec1c277" providerId="ADAL" clId="{350CCFB3-DB0C-E845-B05D-B0FE63B504DF}" dt="2024-10-24T17:14:15.461" v="909"/>
          <ac:spMkLst>
            <pc:docMk/>
            <pc:sldMk cId="3963860789" sldId="276"/>
            <ac:spMk id="23" creationId="{D100706B-580B-DBCB-F723-0FB3567BDCE3}"/>
          </ac:spMkLst>
        </pc:spChg>
        <pc:grpChg chg="del">
          <ac:chgData name="Layman, Lucas M." userId="765a6955-843c-4a07-9fa9-a46adec1c277" providerId="ADAL" clId="{350CCFB3-DB0C-E845-B05D-B0FE63B504DF}" dt="2024-10-24T17:14:06.591" v="907" actId="478"/>
          <ac:grpSpMkLst>
            <pc:docMk/>
            <pc:sldMk cId="3963860789" sldId="276"/>
            <ac:grpSpMk id="12" creationId="{955E113E-9266-DD13-BB07-97A89FA0067F}"/>
          </ac:grpSpMkLst>
        </pc:grpChg>
      </pc:sldChg>
      <pc:sldChg chg="addSp modSp add del mod">
        <pc:chgData name="Layman, Lucas M." userId="765a6955-843c-4a07-9fa9-a46adec1c277" providerId="ADAL" clId="{350CCFB3-DB0C-E845-B05D-B0FE63B504DF}" dt="2024-10-31T17:15:50.894" v="975" actId="2696"/>
        <pc:sldMkLst>
          <pc:docMk/>
          <pc:sldMk cId="4042084618" sldId="276"/>
        </pc:sldMkLst>
        <pc:spChg chg="mod">
          <ac:chgData name="Layman, Lucas M." userId="765a6955-843c-4a07-9fa9-a46adec1c277" providerId="ADAL" clId="{350CCFB3-DB0C-E845-B05D-B0FE63B504DF}" dt="2024-10-31T17:13:05.069" v="932" actId="20577"/>
          <ac:spMkLst>
            <pc:docMk/>
            <pc:sldMk cId="4042084618" sldId="276"/>
            <ac:spMk id="8" creationId="{05929DB5-1D78-C9F7-42DB-88E1B638E6D9}"/>
          </ac:spMkLst>
        </pc:spChg>
        <pc:spChg chg="add mod">
          <ac:chgData name="Layman, Lucas M." userId="765a6955-843c-4a07-9fa9-a46adec1c277" providerId="ADAL" clId="{350CCFB3-DB0C-E845-B05D-B0FE63B504DF}" dt="2024-10-31T17:13:35.241" v="972" actId="1036"/>
          <ac:spMkLst>
            <pc:docMk/>
            <pc:sldMk cId="4042084618" sldId="276"/>
            <ac:spMk id="12" creationId="{30E279D6-A21D-58D2-64B7-0776CCCED39A}"/>
          </ac:spMkLst>
        </pc:spChg>
        <pc:spChg chg="add mod">
          <ac:chgData name="Layman, Lucas M." userId="765a6955-843c-4a07-9fa9-a46adec1c277" providerId="ADAL" clId="{350CCFB3-DB0C-E845-B05D-B0FE63B504DF}" dt="2024-10-31T17:13:20.323" v="970" actId="20577"/>
          <ac:spMkLst>
            <pc:docMk/>
            <pc:sldMk cId="4042084618" sldId="276"/>
            <ac:spMk id="19" creationId="{012B6CE1-066D-B926-EC2B-C963FD793BF0}"/>
          </ac:spMkLst>
        </pc:spChg>
        <pc:grpChg chg="add">
          <ac:chgData name="Layman, Lucas M." userId="765a6955-843c-4a07-9fa9-a46adec1c277" providerId="ADAL" clId="{350CCFB3-DB0C-E845-B05D-B0FE63B504DF}" dt="2024-10-31T17:13:44.612" v="973" actId="164"/>
          <ac:grpSpMkLst>
            <pc:docMk/>
            <pc:sldMk cId="4042084618" sldId="276"/>
            <ac:grpSpMk id="20" creationId="{84376E5F-1840-14ED-11B1-75F037C74F1E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EE3FA2-F23B-F942-8315-74DCBD918A52}" type="datetimeFigureOut">
              <a:rPr lang="en-US" smtClean="0"/>
              <a:t>11/7/24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788CB-A4EC-B148-997C-C2F48BCF6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60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4C877-7BC3-0E87-83CC-317BD0821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58F156-93FD-1F37-EEC1-C521F7DD0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A75CE-2121-EB56-D053-E9CB60217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F88C-77C7-9A4D-8151-E864B30BC8A3}" type="datetimeFigureOut">
              <a:rPr lang="en-US" smtClean="0"/>
              <a:t>11/7/24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94F61-390E-7910-07D9-AEF853338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BCAE2-278B-8CF4-EC6C-D555FB93A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90CB-20A3-A445-902F-C0C9C943F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55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5797D-E344-09A6-D904-7FBC17732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72CC3-14FF-5EC8-B7AE-5669EB064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6AD29-157B-99BB-E706-7C9930768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F88C-77C7-9A4D-8151-E864B30BC8A3}" type="datetimeFigureOut">
              <a:rPr lang="en-US" smtClean="0"/>
              <a:t>11/7/24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EB190-C98E-C72E-145D-A0565CC33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1EEED-82B9-8B59-1266-98333E67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90CB-20A3-A445-902F-C0C9C943F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441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7CB0C-1915-418F-A487-2C418F621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7F7B9-1DDC-870E-3F08-7D63E266E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B24A8-00E8-6C08-9087-B30905A9A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F88C-77C7-9A4D-8151-E864B30BC8A3}" type="datetimeFigureOut">
              <a:rPr lang="en-US" smtClean="0"/>
              <a:t>11/7/24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91FDA-7ABA-FBAA-2F9A-612AA041A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22084-C028-08F9-AD0F-5A060A006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90CB-20A3-A445-902F-C0C9C943F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636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FEB96-01FC-906E-2FE8-70A70AE2E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BA703-BE46-EC9C-353A-2B263AF730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146D7-388A-5531-C6A6-705342BD6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A73D7-8C30-1EC9-161D-A7FACF1F0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F88C-77C7-9A4D-8151-E864B30BC8A3}" type="datetimeFigureOut">
              <a:rPr lang="en-US" smtClean="0"/>
              <a:t>11/7/24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B7930B-9978-7971-18A0-F65B99AD3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47526-7E70-56C2-9173-D13227C19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90CB-20A3-A445-902F-C0C9C943F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8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A8F4D-2090-1933-B1A4-6002DDBB8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D5C61-29CD-D68E-E7E6-E2DD0305B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1D6BA0-54AD-C011-FC79-9BD01F2F00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469BAC-F82D-5B4E-26D6-B6E995E9CA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FE337B-0303-43B1-B344-688489AC1B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0A9CB9-73AF-5D6D-BFDF-B896BCCE1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F88C-77C7-9A4D-8151-E864B30BC8A3}" type="datetimeFigureOut">
              <a:rPr lang="en-US" smtClean="0"/>
              <a:t>11/7/24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1AF399-A579-BEC8-5BF7-700A5488F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B55F11-B806-ADDD-0C37-39D824036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90CB-20A3-A445-902F-C0C9C943F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188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A836C-5B2D-A373-CC67-389D69B00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CD2BD1-310B-9E86-BB5A-CC218791B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F88C-77C7-9A4D-8151-E864B30BC8A3}" type="datetimeFigureOut">
              <a:rPr lang="en-US" smtClean="0"/>
              <a:t>11/7/24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68A18E-83DF-CE9F-2382-66A0F902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99CBCF-F388-C736-FD69-92345FC48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90CB-20A3-A445-902F-C0C9C943F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966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8135BC-92BE-F6DD-EE95-F6E1F3BC9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F88C-77C7-9A4D-8151-E864B30BC8A3}" type="datetimeFigureOut">
              <a:rPr lang="en-US" smtClean="0"/>
              <a:t>11/7/24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E81CA2-43A5-73C1-D741-24D6FFCBA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ADB2E-33CC-457E-112E-17095E9FC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90CB-20A3-A445-902F-C0C9C943F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97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62D2A-B1B3-A9A4-413F-7A52E6DC2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E6E7B-93D1-3054-18E3-73AD98397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801A4-DB27-9457-8A9A-E08F29DCDD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194DD-309B-87F8-CB36-E766AD6BA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F88C-77C7-9A4D-8151-E864B30BC8A3}" type="datetimeFigureOut">
              <a:rPr lang="en-US" smtClean="0"/>
              <a:t>11/7/24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0EAE6-B1A9-0130-E276-DF7DAC594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999AF-D40E-AF1C-2D39-17BE8FD48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90CB-20A3-A445-902F-C0C9C943F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235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EF671-31B6-E23C-B056-86D950885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EDC667-1F53-AF2B-5DF1-2040569522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7E3AB1-F6AD-9E3C-45AE-8A5898C99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F52DB-B382-1C1B-BE5B-907C98287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F88C-77C7-9A4D-8151-E864B30BC8A3}" type="datetimeFigureOut">
              <a:rPr lang="en-US" smtClean="0"/>
              <a:t>11/7/24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7EEDF4-75FA-F532-FC15-A08782972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A3007-8BF7-88EB-E251-18F64BE2F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90CB-20A3-A445-902F-C0C9C943F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222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D0019-0425-1D59-42F0-CB3304257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F1CBD7-6255-8FA5-077B-46732C675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0C408-0C53-A384-9099-3867FDC5C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F88C-77C7-9A4D-8151-E864B30BC8A3}" type="datetimeFigureOut">
              <a:rPr lang="en-US" smtClean="0"/>
              <a:t>11/7/24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AF5DF-7428-AC6E-0433-985F4183A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E4A-4E16-8AFA-1D84-B9083BBE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90CB-20A3-A445-902F-C0C9C943F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410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AFF037-BC7E-B240-5F63-018261EA46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09BD12-27FB-7ACB-BA03-AE380FD3A6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AD381-C94F-3FC7-9471-96ADF23F2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F88C-77C7-9A4D-8151-E864B30BC8A3}" type="datetimeFigureOut">
              <a:rPr lang="en-US" smtClean="0"/>
              <a:t>11/7/24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7BF3A-0FF8-9F78-5A48-0A432405E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68BCB-0CB6-1319-5CF9-9AA7114A8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90CB-20A3-A445-902F-C0C9C943F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283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05FD57-9ADC-DE81-83EE-038C3123F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56196-B3A3-6169-97A0-7EA1AB2EB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93FE1-5C85-DFD0-A7BE-C23204F5CA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A5F88C-77C7-9A4D-8151-E864B30BC8A3}" type="datetimeFigureOut">
              <a:rPr lang="en-US" smtClean="0"/>
              <a:t>11/7/24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1E72B-1ECB-F653-ADEB-69BA63908C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79199-A94A-9FCF-B985-4D6621DB12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4B90CB-20A3-A445-902F-C0C9C943F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39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svg"/><Relationship Id="rId7" Type="http://schemas.openxmlformats.org/officeDocument/2006/relationships/image" Target="../media/image8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6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svg"/><Relationship Id="rId7" Type="http://schemas.openxmlformats.org/officeDocument/2006/relationships/image" Target="../media/image8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6E90A-970B-9AC5-7D60-DC84A247D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FC091EF-24F0-D71C-AEE9-71B2ECF5DD14}"/>
              </a:ext>
            </a:extLst>
          </p:cNvPr>
          <p:cNvGrpSpPr/>
          <p:nvPr/>
        </p:nvGrpSpPr>
        <p:grpSpPr>
          <a:xfrm>
            <a:off x="1527325" y="646568"/>
            <a:ext cx="8650469" cy="1641413"/>
            <a:chOff x="1527325" y="646568"/>
            <a:chExt cx="8650469" cy="164141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E39127C-DE8B-8B50-49F6-B879CCDA8617}"/>
                </a:ext>
              </a:extLst>
            </p:cNvPr>
            <p:cNvGrpSpPr/>
            <p:nvPr/>
          </p:nvGrpSpPr>
          <p:grpSpPr>
            <a:xfrm>
              <a:off x="1527325" y="646568"/>
              <a:ext cx="1371600" cy="1641413"/>
              <a:chOff x="1527325" y="646568"/>
              <a:chExt cx="1371600" cy="1641413"/>
            </a:xfrm>
          </p:grpSpPr>
          <p:pic>
            <p:nvPicPr>
              <p:cNvPr id="5" name="Graphic 4" descr="Folder outline">
                <a:extLst>
                  <a:ext uri="{FF2B5EF4-FFF2-40B4-BE49-F238E27FC236}">
                    <a16:creationId xmlns:a16="http://schemas.microsoft.com/office/drawing/2014/main" id="{A4C29812-ACBC-A939-DDBA-647681A547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27325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5CC1B-2DAF-130F-6214-9A7BD416EE14}"/>
                  </a:ext>
                </a:extLst>
              </p:cNvPr>
              <p:cNvSpPr txBox="1"/>
              <p:nvPr/>
            </p:nvSpPr>
            <p:spPr>
              <a:xfrm>
                <a:off x="1560190" y="646568"/>
                <a:ext cx="1305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Workspace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45400C2-D387-DC44-DD2C-683C66C2880E}"/>
                </a:ext>
              </a:extLst>
            </p:cNvPr>
            <p:cNvGrpSpPr/>
            <p:nvPr/>
          </p:nvGrpSpPr>
          <p:grpSpPr>
            <a:xfrm>
              <a:off x="4751506" y="646568"/>
              <a:ext cx="1846916" cy="1641413"/>
              <a:chOff x="5302429" y="646568"/>
              <a:chExt cx="1846916" cy="1641413"/>
            </a:xfrm>
          </p:grpSpPr>
          <p:pic>
            <p:nvPicPr>
              <p:cNvPr id="7" name="Graphic 6" descr="Database outline">
                <a:extLst>
                  <a:ext uri="{FF2B5EF4-FFF2-40B4-BE49-F238E27FC236}">
                    <a16:creationId xmlns:a16="http://schemas.microsoft.com/office/drawing/2014/main" id="{224AC128-3144-4687-CFB4-7610D4B08F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540087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8907E83-BA01-873D-C57E-BF39CBA310F6}"/>
                  </a:ext>
                </a:extLst>
              </p:cNvPr>
              <p:cNvSpPr txBox="1"/>
              <p:nvPr/>
            </p:nvSpPr>
            <p:spPr>
              <a:xfrm>
                <a:off x="5302429" y="646568"/>
                <a:ext cx="18469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Local Repository</a:t>
                </a:r>
              </a:p>
            </p:txBody>
          </p:sp>
        </p:grpSp>
        <p:pic>
          <p:nvPicPr>
            <p:cNvPr id="9" name="Graphic 8" descr="Database with solid fill">
              <a:extLst>
                <a:ext uri="{FF2B5EF4-FFF2-40B4-BE49-F238E27FC236}">
                  <a16:creationId xmlns:a16="http://schemas.microsoft.com/office/drawing/2014/main" id="{23403634-ACCF-3074-FFB4-EE90986BA9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806194" y="916381"/>
              <a:ext cx="1371600" cy="137160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43B4D21-BAA8-A189-489A-659B2605B1E9}"/>
              </a:ext>
            </a:extLst>
          </p:cNvPr>
          <p:cNvSpPr txBox="1"/>
          <p:nvPr/>
        </p:nvSpPr>
        <p:spPr>
          <a:xfrm>
            <a:off x="10941659" y="6250318"/>
            <a:ext cx="784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</a:t>
            </a:r>
            <a:r>
              <a:rPr lang="en-US" dirty="0" err="1"/>
              <a:t>init</a:t>
            </a: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51D20A9-CA40-CFB1-537D-5E8A2C15257E}"/>
              </a:ext>
            </a:extLst>
          </p:cNvPr>
          <p:cNvCxnSpPr>
            <a:cxnSpLocks/>
          </p:cNvCxnSpPr>
          <p:nvPr/>
        </p:nvCxnSpPr>
        <p:spPr>
          <a:xfrm flipV="1">
            <a:off x="5673142" y="2144505"/>
            <a:ext cx="0" cy="20057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3044DAD-A824-76C0-75C2-91C7F9DE9DB0}"/>
              </a:ext>
            </a:extLst>
          </p:cNvPr>
          <p:cNvCxnSpPr>
            <a:cxnSpLocks/>
          </p:cNvCxnSpPr>
          <p:nvPr/>
        </p:nvCxnSpPr>
        <p:spPr>
          <a:xfrm flipV="1">
            <a:off x="2213125" y="1993695"/>
            <a:ext cx="0" cy="20057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2EE9ACE-191F-BC5F-BC30-5351D738407C}"/>
              </a:ext>
            </a:extLst>
          </p:cNvPr>
          <p:cNvSpPr txBox="1"/>
          <p:nvPr/>
        </p:nvSpPr>
        <p:spPr>
          <a:xfrm>
            <a:off x="1197090" y="2724196"/>
            <a:ext cx="1178248" cy="27699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test.py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A9BAEB2F-BB05-CE9C-7D2F-5BEA25CEBA83}"/>
              </a:ext>
            </a:extLst>
          </p:cNvPr>
          <p:cNvSpPr txBox="1"/>
          <p:nvPr/>
        </p:nvSpPr>
        <p:spPr>
          <a:xfrm>
            <a:off x="1723087" y="1379948"/>
            <a:ext cx="9694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DE76B4-2DA1-E66D-EC20-190F815CD717}"/>
              </a:ext>
            </a:extLst>
          </p:cNvPr>
          <p:cNvSpPr txBox="1"/>
          <p:nvPr/>
        </p:nvSpPr>
        <p:spPr>
          <a:xfrm>
            <a:off x="1337778" y="2724196"/>
            <a:ext cx="292068" cy="3706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980"/>
              </a:lnSpc>
            </a:pPr>
            <a:r>
              <a:rPr 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</a:p>
          <a:p>
            <a:pPr>
              <a:lnSpc>
                <a:spcPts val="980"/>
              </a:lnSpc>
            </a:pPr>
            <a:r>
              <a:rPr 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F008F5-21D3-AA66-7AA9-20E9D7A29239}"/>
              </a:ext>
            </a:extLst>
          </p:cNvPr>
          <p:cNvSpPr txBox="1"/>
          <p:nvPr/>
        </p:nvSpPr>
        <p:spPr>
          <a:xfrm>
            <a:off x="3298026" y="1282385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750C9E5-AD9F-8159-DFAF-CFB3EC8D115A}"/>
              </a:ext>
            </a:extLst>
          </p:cNvPr>
          <p:cNvCxnSpPr>
            <a:cxnSpLocks/>
          </p:cNvCxnSpPr>
          <p:nvPr/>
        </p:nvCxnSpPr>
        <p:spPr>
          <a:xfrm>
            <a:off x="2743427" y="1746033"/>
            <a:ext cx="2492716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184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E132C-07E4-8CA5-F86B-C377ACF37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5CDD7FD-8929-555B-F624-81D8043B25EA}"/>
              </a:ext>
            </a:extLst>
          </p:cNvPr>
          <p:cNvGrpSpPr/>
          <p:nvPr/>
        </p:nvGrpSpPr>
        <p:grpSpPr>
          <a:xfrm>
            <a:off x="1527325" y="646568"/>
            <a:ext cx="8650469" cy="1641413"/>
            <a:chOff x="1527325" y="646568"/>
            <a:chExt cx="8650469" cy="164141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C0F0B12-C392-E1B4-D2FB-DDBB7E584033}"/>
                </a:ext>
              </a:extLst>
            </p:cNvPr>
            <p:cNvGrpSpPr/>
            <p:nvPr/>
          </p:nvGrpSpPr>
          <p:grpSpPr>
            <a:xfrm>
              <a:off x="1527325" y="646568"/>
              <a:ext cx="1371600" cy="1641413"/>
              <a:chOff x="1527325" y="646568"/>
              <a:chExt cx="1371600" cy="1641413"/>
            </a:xfrm>
          </p:grpSpPr>
          <p:pic>
            <p:nvPicPr>
              <p:cNvPr id="5" name="Graphic 4" descr="Folder outline">
                <a:extLst>
                  <a:ext uri="{FF2B5EF4-FFF2-40B4-BE49-F238E27FC236}">
                    <a16:creationId xmlns:a16="http://schemas.microsoft.com/office/drawing/2014/main" id="{09FC78A2-63BC-349E-6B44-627DB55C4C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27325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6B9B71-2177-9EAD-BD7A-27DF458A113C}"/>
                  </a:ext>
                </a:extLst>
              </p:cNvPr>
              <p:cNvSpPr txBox="1"/>
              <p:nvPr/>
            </p:nvSpPr>
            <p:spPr>
              <a:xfrm>
                <a:off x="1560190" y="646568"/>
                <a:ext cx="1305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Workspace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D684F20-DE1B-CE6C-AEC9-5226EA9D166D}"/>
                </a:ext>
              </a:extLst>
            </p:cNvPr>
            <p:cNvGrpSpPr/>
            <p:nvPr/>
          </p:nvGrpSpPr>
          <p:grpSpPr>
            <a:xfrm>
              <a:off x="4751506" y="646568"/>
              <a:ext cx="1846916" cy="1641413"/>
              <a:chOff x="5302429" y="646568"/>
              <a:chExt cx="1846916" cy="1641413"/>
            </a:xfrm>
          </p:grpSpPr>
          <p:pic>
            <p:nvPicPr>
              <p:cNvPr id="7" name="Graphic 6" descr="Database outline">
                <a:extLst>
                  <a:ext uri="{FF2B5EF4-FFF2-40B4-BE49-F238E27FC236}">
                    <a16:creationId xmlns:a16="http://schemas.microsoft.com/office/drawing/2014/main" id="{F23E6FB4-A017-ED39-92C5-1D02E6DB5D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540087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AA0F20A-B91E-DBF3-F31F-D01C3C55A705}"/>
                  </a:ext>
                </a:extLst>
              </p:cNvPr>
              <p:cNvSpPr txBox="1"/>
              <p:nvPr/>
            </p:nvSpPr>
            <p:spPr>
              <a:xfrm>
                <a:off x="5302429" y="646568"/>
                <a:ext cx="18469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Local Repository</a:t>
                </a:r>
              </a:p>
            </p:txBody>
          </p:sp>
        </p:grpSp>
        <p:pic>
          <p:nvPicPr>
            <p:cNvPr id="9" name="Graphic 8" descr="Database with solid fill">
              <a:extLst>
                <a:ext uri="{FF2B5EF4-FFF2-40B4-BE49-F238E27FC236}">
                  <a16:creationId xmlns:a16="http://schemas.microsoft.com/office/drawing/2014/main" id="{8C430FCD-1AA6-5C53-31BF-C7FC2439B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806194" y="916381"/>
              <a:ext cx="1371600" cy="137160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5CE6EB5-160D-8C95-0F18-8DD19EB73F5F}"/>
              </a:ext>
            </a:extLst>
          </p:cNvPr>
          <p:cNvSpPr txBox="1"/>
          <p:nvPr/>
        </p:nvSpPr>
        <p:spPr>
          <a:xfrm>
            <a:off x="10177794" y="6071352"/>
            <a:ext cx="1519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commit v1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6521B3F-D860-3905-9B46-019B11FED929}"/>
              </a:ext>
            </a:extLst>
          </p:cNvPr>
          <p:cNvCxnSpPr>
            <a:cxnSpLocks/>
          </p:cNvCxnSpPr>
          <p:nvPr/>
        </p:nvCxnSpPr>
        <p:spPr>
          <a:xfrm flipV="1">
            <a:off x="5673142" y="2144505"/>
            <a:ext cx="0" cy="20057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55C2076-1A2B-F3BB-8E5C-8F32D3B344D9}"/>
              </a:ext>
            </a:extLst>
          </p:cNvPr>
          <p:cNvSpPr txBox="1"/>
          <p:nvPr/>
        </p:nvSpPr>
        <p:spPr>
          <a:xfrm>
            <a:off x="5866648" y="2358531"/>
            <a:ext cx="171149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A9AAF7-45C1-8C53-941F-689671E2678F}"/>
              </a:ext>
            </a:extLst>
          </p:cNvPr>
          <p:cNvSpPr txBox="1"/>
          <p:nvPr/>
        </p:nvSpPr>
        <p:spPr>
          <a:xfrm>
            <a:off x="6529747" y="1729525"/>
            <a:ext cx="736099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6FA30C79-5555-77E6-378A-908116ACA783}"/>
              </a:ext>
            </a:extLst>
          </p:cNvPr>
          <p:cNvCxnSpPr>
            <a:cxnSpLocks/>
            <a:stCxn id="28" idx="2"/>
            <a:endCxn id="27" idx="0"/>
          </p:cNvCxnSpPr>
          <p:nvPr/>
        </p:nvCxnSpPr>
        <p:spPr>
          <a:xfrm rot="5400000">
            <a:off x="6680259" y="2140993"/>
            <a:ext cx="259674" cy="175402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38FE0C7-E274-0E6F-0DC9-AE338400F2C4}"/>
              </a:ext>
            </a:extLst>
          </p:cNvPr>
          <p:cNvCxnSpPr>
            <a:cxnSpLocks/>
          </p:cNvCxnSpPr>
          <p:nvPr/>
        </p:nvCxnSpPr>
        <p:spPr>
          <a:xfrm flipV="1">
            <a:off x="2213125" y="1993695"/>
            <a:ext cx="0" cy="20057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6C99C1E-E90E-5B89-895D-72FDB12DDB0A}"/>
              </a:ext>
            </a:extLst>
          </p:cNvPr>
          <p:cNvCxnSpPr>
            <a:cxnSpLocks/>
            <a:stCxn id="47" idx="3"/>
          </p:cNvCxnSpPr>
          <p:nvPr/>
        </p:nvCxnSpPr>
        <p:spPr>
          <a:xfrm>
            <a:off x="2375338" y="2862696"/>
            <a:ext cx="3434087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9FB620B2-F59F-5E6D-8350-0964FBD47FE3}"/>
              </a:ext>
            </a:extLst>
          </p:cNvPr>
          <p:cNvSpPr txBox="1"/>
          <p:nvPr/>
        </p:nvSpPr>
        <p:spPr>
          <a:xfrm>
            <a:off x="1197090" y="2724196"/>
            <a:ext cx="1178248" cy="27699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test.py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7ECCA6-9194-84D6-76F8-F935B3B6085C}"/>
              </a:ext>
            </a:extLst>
          </p:cNvPr>
          <p:cNvSpPr txBox="1"/>
          <p:nvPr/>
        </p:nvSpPr>
        <p:spPr>
          <a:xfrm>
            <a:off x="2680104" y="2500979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add + git commit</a:t>
            </a: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5F08397E-E2EF-C393-7270-AA2BA7EA68F9}"/>
              </a:ext>
            </a:extLst>
          </p:cNvPr>
          <p:cNvSpPr txBox="1"/>
          <p:nvPr/>
        </p:nvSpPr>
        <p:spPr>
          <a:xfrm>
            <a:off x="1723087" y="1379948"/>
            <a:ext cx="9694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EEE409-369D-736A-BD61-EEE1E4B93E2B}"/>
              </a:ext>
            </a:extLst>
          </p:cNvPr>
          <p:cNvSpPr txBox="1"/>
          <p:nvPr/>
        </p:nvSpPr>
        <p:spPr>
          <a:xfrm>
            <a:off x="1337778" y="2724196"/>
            <a:ext cx="292068" cy="3706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980"/>
              </a:lnSpc>
            </a:pPr>
            <a:r>
              <a:rPr 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</a:p>
          <a:p>
            <a:pPr>
              <a:lnSpc>
                <a:spcPts val="980"/>
              </a:lnSpc>
            </a:pPr>
            <a:r>
              <a:rPr 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850951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7CE9C-C850-1A8A-D5C7-70FBD30E4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824BAC3D-2882-6911-5CA4-ACCC39BBC846}"/>
              </a:ext>
            </a:extLst>
          </p:cNvPr>
          <p:cNvGrpSpPr/>
          <p:nvPr/>
        </p:nvGrpSpPr>
        <p:grpSpPr>
          <a:xfrm>
            <a:off x="1527325" y="646568"/>
            <a:ext cx="9005852" cy="1641413"/>
            <a:chOff x="1527325" y="646568"/>
            <a:chExt cx="9005852" cy="164141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A5552D7-B2A3-1BC9-B8F4-3A7037327A11}"/>
                </a:ext>
              </a:extLst>
            </p:cNvPr>
            <p:cNvGrpSpPr/>
            <p:nvPr/>
          </p:nvGrpSpPr>
          <p:grpSpPr>
            <a:xfrm>
              <a:off x="1527325" y="646568"/>
              <a:ext cx="1371600" cy="1641413"/>
              <a:chOff x="1527325" y="646568"/>
              <a:chExt cx="1371600" cy="1641413"/>
            </a:xfrm>
          </p:grpSpPr>
          <p:pic>
            <p:nvPicPr>
              <p:cNvPr id="5" name="Graphic 4" descr="Folder outline">
                <a:extLst>
                  <a:ext uri="{FF2B5EF4-FFF2-40B4-BE49-F238E27FC236}">
                    <a16:creationId xmlns:a16="http://schemas.microsoft.com/office/drawing/2014/main" id="{D4C771C0-3E6C-7CD3-C7AD-C6C0BD692D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27325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733913-8651-9130-D2DA-394F04FF8E48}"/>
                  </a:ext>
                </a:extLst>
              </p:cNvPr>
              <p:cNvSpPr txBox="1"/>
              <p:nvPr/>
            </p:nvSpPr>
            <p:spPr>
              <a:xfrm>
                <a:off x="1560190" y="646568"/>
                <a:ext cx="1305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Workspace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2C09DF9-2A56-2AA0-3E8D-D7CEDCA18742}"/>
                </a:ext>
              </a:extLst>
            </p:cNvPr>
            <p:cNvGrpSpPr/>
            <p:nvPr/>
          </p:nvGrpSpPr>
          <p:grpSpPr>
            <a:xfrm>
              <a:off x="4751506" y="646568"/>
              <a:ext cx="1846916" cy="1641413"/>
              <a:chOff x="5302429" y="646568"/>
              <a:chExt cx="1846916" cy="1641413"/>
            </a:xfrm>
          </p:grpSpPr>
          <p:pic>
            <p:nvPicPr>
              <p:cNvPr id="7" name="Graphic 6" descr="Database outline">
                <a:extLst>
                  <a:ext uri="{FF2B5EF4-FFF2-40B4-BE49-F238E27FC236}">
                    <a16:creationId xmlns:a16="http://schemas.microsoft.com/office/drawing/2014/main" id="{809E64C5-BE62-3D70-F005-B351B76E3C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540087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F2E74D-B318-C25B-EB55-6AE25DB6B2B4}"/>
                  </a:ext>
                </a:extLst>
              </p:cNvPr>
              <p:cNvSpPr txBox="1"/>
              <p:nvPr/>
            </p:nvSpPr>
            <p:spPr>
              <a:xfrm>
                <a:off x="5302429" y="646568"/>
                <a:ext cx="18469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Local Repository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BD6F61C-62B6-1A28-70F2-5F8DDE93BE29}"/>
                </a:ext>
              </a:extLst>
            </p:cNvPr>
            <p:cNvGrpSpPr/>
            <p:nvPr/>
          </p:nvGrpSpPr>
          <p:grpSpPr>
            <a:xfrm>
              <a:off x="8451004" y="646568"/>
              <a:ext cx="2082173" cy="1641413"/>
              <a:chOff x="8451004" y="646568"/>
              <a:chExt cx="2082173" cy="1641413"/>
            </a:xfrm>
          </p:grpSpPr>
          <p:pic>
            <p:nvPicPr>
              <p:cNvPr id="9" name="Graphic 8" descr="Database with solid fill">
                <a:extLst>
                  <a:ext uri="{FF2B5EF4-FFF2-40B4-BE49-F238E27FC236}">
                    <a16:creationId xmlns:a16="http://schemas.microsoft.com/office/drawing/2014/main" id="{10F2A73E-9C46-50DA-88B6-D2E1173DBD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806194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F714944-70E9-9267-923B-24EA8D62C6E9}"/>
                  </a:ext>
                </a:extLst>
              </p:cNvPr>
              <p:cNvSpPr txBox="1"/>
              <p:nvPr/>
            </p:nvSpPr>
            <p:spPr>
              <a:xfrm>
                <a:off x="8451004" y="646568"/>
                <a:ext cx="20821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Remote Repository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151D1A9-CF03-A6FB-2CA9-2596E5DD23A7}"/>
              </a:ext>
            </a:extLst>
          </p:cNvPr>
          <p:cNvSpPr txBox="1"/>
          <p:nvPr/>
        </p:nvSpPr>
        <p:spPr>
          <a:xfrm>
            <a:off x="9848551" y="6234280"/>
            <a:ext cx="1805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github</a:t>
            </a:r>
            <a:r>
              <a:rPr lang="en-US" dirty="0"/>
              <a:t> bare repo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A43C31-4A62-4900-BED3-B6374599FCF7}"/>
              </a:ext>
            </a:extLst>
          </p:cNvPr>
          <p:cNvCxnSpPr>
            <a:cxnSpLocks/>
          </p:cNvCxnSpPr>
          <p:nvPr/>
        </p:nvCxnSpPr>
        <p:spPr>
          <a:xfrm flipV="1">
            <a:off x="9483142" y="2112976"/>
            <a:ext cx="0" cy="191637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Github Logo - Free social media icons">
            <a:extLst>
              <a:ext uri="{FF2B5EF4-FFF2-40B4-BE49-F238E27FC236}">
                <a16:creationId xmlns:a16="http://schemas.microsoft.com/office/drawing/2014/main" id="{1D830329-DB41-B19B-CC3B-8A1BF83D5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2984" y="623720"/>
            <a:ext cx="436567" cy="43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BA077AF-020A-DF92-F166-46CC392D357D}"/>
              </a:ext>
            </a:extLst>
          </p:cNvPr>
          <p:cNvCxnSpPr>
            <a:cxnSpLocks/>
          </p:cNvCxnSpPr>
          <p:nvPr/>
        </p:nvCxnSpPr>
        <p:spPr>
          <a:xfrm flipV="1">
            <a:off x="5673142" y="2144505"/>
            <a:ext cx="0" cy="20057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5FB6C64-9E12-9A4C-6703-57A3866C74BC}"/>
              </a:ext>
            </a:extLst>
          </p:cNvPr>
          <p:cNvSpPr txBox="1"/>
          <p:nvPr/>
        </p:nvSpPr>
        <p:spPr>
          <a:xfrm>
            <a:off x="5866648" y="2358531"/>
            <a:ext cx="171149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E2199D-AAAD-5A80-006B-3DC6E138B14B}"/>
              </a:ext>
            </a:extLst>
          </p:cNvPr>
          <p:cNvSpPr txBox="1"/>
          <p:nvPr/>
        </p:nvSpPr>
        <p:spPr>
          <a:xfrm>
            <a:off x="6529747" y="1729525"/>
            <a:ext cx="736099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D8EFA7C0-72E0-C32F-A33D-CF60B0950D4F}"/>
              </a:ext>
            </a:extLst>
          </p:cNvPr>
          <p:cNvCxnSpPr>
            <a:cxnSpLocks/>
            <a:stCxn id="28" idx="2"/>
            <a:endCxn id="27" idx="0"/>
          </p:cNvCxnSpPr>
          <p:nvPr/>
        </p:nvCxnSpPr>
        <p:spPr>
          <a:xfrm rot="5400000">
            <a:off x="6680259" y="2140993"/>
            <a:ext cx="259674" cy="175402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AD65E8E-2A5B-9F74-370A-7580408A1472}"/>
              </a:ext>
            </a:extLst>
          </p:cNvPr>
          <p:cNvCxnSpPr>
            <a:cxnSpLocks/>
          </p:cNvCxnSpPr>
          <p:nvPr/>
        </p:nvCxnSpPr>
        <p:spPr>
          <a:xfrm flipV="1">
            <a:off x="2213125" y="1993695"/>
            <a:ext cx="0" cy="20057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C8C3958-4D32-B2FC-8B8D-993E46BBD387}"/>
              </a:ext>
            </a:extLst>
          </p:cNvPr>
          <p:cNvSpPr txBox="1"/>
          <p:nvPr/>
        </p:nvSpPr>
        <p:spPr>
          <a:xfrm>
            <a:off x="1197090" y="2724196"/>
            <a:ext cx="1178248" cy="27699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test.py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BFED5DBB-BED9-8AC0-935F-44DBFBFE3AFA}"/>
              </a:ext>
            </a:extLst>
          </p:cNvPr>
          <p:cNvSpPr txBox="1"/>
          <p:nvPr/>
        </p:nvSpPr>
        <p:spPr>
          <a:xfrm>
            <a:off x="1723087" y="1379948"/>
            <a:ext cx="9694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257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43E5D-F937-109D-E7BF-52B473FC1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177F3FB-DE50-72F8-C712-2C736661773A}"/>
              </a:ext>
            </a:extLst>
          </p:cNvPr>
          <p:cNvGrpSpPr/>
          <p:nvPr/>
        </p:nvGrpSpPr>
        <p:grpSpPr>
          <a:xfrm>
            <a:off x="1527325" y="646568"/>
            <a:ext cx="9005852" cy="1641413"/>
            <a:chOff x="1527325" y="646568"/>
            <a:chExt cx="9005852" cy="164141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ADF4B4F-7213-CB13-F743-9C8700792487}"/>
                </a:ext>
              </a:extLst>
            </p:cNvPr>
            <p:cNvGrpSpPr/>
            <p:nvPr/>
          </p:nvGrpSpPr>
          <p:grpSpPr>
            <a:xfrm>
              <a:off x="1527325" y="646568"/>
              <a:ext cx="1371600" cy="1641413"/>
              <a:chOff x="1527325" y="646568"/>
              <a:chExt cx="1371600" cy="1641413"/>
            </a:xfrm>
          </p:grpSpPr>
          <p:pic>
            <p:nvPicPr>
              <p:cNvPr id="5" name="Graphic 4" descr="Folder outline">
                <a:extLst>
                  <a:ext uri="{FF2B5EF4-FFF2-40B4-BE49-F238E27FC236}">
                    <a16:creationId xmlns:a16="http://schemas.microsoft.com/office/drawing/2014/main" id="{BD292FA8-A576-B3A8-C0A8-5E134CD3FF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27325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AE7ECD2-775F-7679-8564-19982AAB028B}"/>
                  </a:ext>
                </a:extLst>
              </p:cNvPr>
              <p:cNvSpPr txBox="1"/>
              <p:nvPr/>
            </p:nvSpPr>
            <p:spPr>
              <a:xfrm>
                <a:off x="1560190" y="646568"/>
                <a:ext cx="1305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Workspace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5109789-BC34-87A7-AF3F-4CE480F95EE1}"/>
                </a:ext>
              </a:extLst>
            </p:cNvPr>
            <p:cNvGrpSpPr/>
            <p:nvPr/>
          </p:nvGrpSpPr>
          <p:grpSpPr>
            <a:xfrm>
              <a:off x="4751506" y="646568"/>
              <a:ext cx="1846916" cy="1641413"/>
              <a:chOff x="5302429" y="646568"/>
              <a:chExt cx="1846916" cy="1641413"/>
            </a:xfrm>
          </p:grpSpPr>
          <p:pic>
            <p:nvPicPr>
              <p:cNvPr id="7" name="Graphic 6" descr="Database outline">
                <a:extLst>
                  <a:ext uri="{FF2B5EF4-FFF2-40B4-BE49-F238E27FC236}">
                    <a16:creationId xmlns:a16="http://schemas.microsoft.com/office/drawing/2014/main" id="{72F6245F-BC63-615E-C76C-DB4BEC38C2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540087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F41DC91-9DB1-6E6F-57E8-78B6837FC5E5}"/>
                  </a:ext>
                </a:extLst>
              </p:cNvPr>
              <p:cNvSpPr txBox="1"/>
              <p:nvPr/>
            </p:nvSpPr>
            <p:spPr>
              <a:xfrm>
                <a:off x="5302429" y="646568"/>
                <a:ext cx="18469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Local Repository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0EB797E-76B8-FCDF-36E6-E581168E4E9F}"/>
                </a:ext>
              </a:extLst>
            </p:cNvPr>
            <p:cNvGrpSpPr/>
            <p:nvPr/>
          </p:nvGrpSpPr>
          <p:grpSpPr>
            <a:xfrm>
              <a:off x="8451004" y="646568"/>
              <a:ext cx="2082173" cy="1641413"/>
              <a:chOff x="8451004" y="646568"/>
              <a:chExt cx="2082173" cy="1641413"/>
            </a:xfrm>
          </p:grpSpPr>
          <p:pic>
            <p:nvPicPr>
              <p:cNvPr id="9" name="Graphic 8" descr="Database with solid fill">
                <a:extLst>
                  <a:ext uri="{FF2B5EF4-FFF2-40B4-BE49-F238E27FC236}">
                    <a16:creationId xmlns:a16="http://schemas.microsoft.com/office/drawing/2014/main" id="{5C6DF1C3-6C97-D64C-7526-1539E964F5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806194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0D3718A-E668-14B4-D9A6-A4FE8C4AA73C}"/>
                  </a:ext>
                </a:extLst>
              </p:cNvPr>
              <p:cNvSpPr txBox="1"/>
              <p:nvPr/>
            </p:nvSpPr>
            <p:spPr>
              <a:xfrm>
                <a:off x="8451004" y="646568"/>
                <a:ext cx="20821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Remote Repository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C29CCAB-DAC3-D5D8-643A-E32D53FCDB80}"/>
              </a:ext>
            </a:extLst>
          </p:cNvPr>
          <p:cNvSpPr txBox="1"/>
          <p:nvPr/>
        </p:nvSpPr>
        <p:spPr>
          <a:xfrm>
            <a:off x="10160419" y="6211432"/>
            <a:ext cx="1618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remote add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C77FA3E-BE9A-06A9-D874-80E3ADC551B7}"/>
              </a:ext>
            </a:extLst>
          </p:cNvPr>
          <p:cNvCxnSpPr>
            <a:cxnSpLocks/>
          </p:cNvCxnSpPr>
          <p:nvPr/>
        </p:nvCxnSpPr>
        <p:spPr>
          <a:xfrm flipV="1">
            <a:off x="9483142" y="2112976"/>
            <a:ext cx="0" cy="191637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Github Logo - Free social media icons">
            <a:extLst>
              <a:ext uri="{FF2B5EF4-FFF2-40B4-BE49-F238E27FC236}">
                <a16:creationId xmlns:a16="http://schemas.microsoft.com/office/drawing/2014/main" id="{67BCE9F0-A0F2-BC8F-AF90-1AD63BE9D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2984" y="623720"/>
            <a:ext cx="436567" cy="43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8033ECD-2BF5-0C81-11BA-F24507BB6D53}"/>
              </a:ext>
            </a:extLst>
          </p:cNvPr>
          <p:cNvCxnSpPr>
            <a:cxnSpLocks/>
          </p:cNvCxnSpPr>
          <p:nvPr/>
        </p:nvCxnSpPr>
        <p:spPr>
          <a:xfrm flipV="1">
            <a:off x="5673142" y="2144505"/>
            <a:ext cx="0" cy="20057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40E8AB8-361E-2301-826A-4557DC86EA17}"/>
              </a:ext>
            </a:extLst>
          </p:cNvPr>
          <p:cNvSpPr txBox="1"/>
          <p:nvPr/>
        </p:nvSpPr>
        <p:spPr>
          <a:xfrm>
            <a:off x="5866648" y="2470041"/>
            <a:ext cx="171149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6388AB-A34F-F0BF-C7E4-7FD25882482A}"/>
              </a:ext>
            </a:extLst>
          </p:cNvPr>
          <p:cNvSpPr txBox="1"/>
          <p:nvPr/>
        </p:nvSpPr>
        <p:spPr>
          <a:xfrm>
            <a:off x="6529747" y="1841035"/>
            <a:ext cx="736099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22B578EF-8851-E6C4-60DE-85C67B807352}"/>
              </a:ext>
            </a:extLst>
          </p:cNvPr>
          <p:cNvCxnSpPr>
            <a:cxnSpLocks/>
            <a:stCxn id="28" idx="2"/>
            <a:endCxn id="27" idx="0"/>
          </p:cNvCxnSpPr>
          <p:nvPr/>
        </p:nvCxnSpPr>
        <p:spPr>
          <a:xfrm rot="5400000">
            <a:off x="6680259" y="2252503"/>
            <a:ext cx="259674" cy="175402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B1B3A7D-7A78-AF49-54E2-C8106ACB1E45}"/>
              </a:ext>
            </a:extLst>
          </p:cNvPr>
          <p:cNvCxnSpPr>
            <a:cxnSpLocks/>
          </p:cNvCxnSpPr>
          <p:nvPr/>
        </p:nvCxnSpPr>
        <p:spPr>
          <a:xfrm flipV="1">
            <a:off x="2213125" y="1993695"/>
            <a:ext cx="0" cy="20057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4A130E5B-60B4-2599-D0C3-62CFA06C376C}"/>
              </a:ext>
            </a:extLst>
          </p:cNvPr>
          <p:cNvSpPr txBox="1"/>
          <p:nvPr/>
        </p:nvSpPr>
        <p:spPr>
          <a:xfrm>
            <a:off x="1197090" y="2724196"/>
            <a:ext cx="1178248" cy="27699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test.py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5F397AF0-5DDF-F5BE-DB71-08598E0681AA}"/>
              </a:ext>
            </a:extLst>
          </p:cNvPr>
          <p:cNvSpPr txBox="1"/>
          <p:nvPr/>
        </p:nvSpPr>
        <p:spPr>
          <a:xfrm>
            <a:off x="1723087" y="1379948"/>
            <a:ext cx="9694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F78725F-9245-6C46-54FD-3986B4B804D2}"/>
              </a:ext>
            </a:extLst>
          </p:cNvPr>
          <p:cNvCxnSpPr/>
          <p:nvPr/>
        </p:nvCxnSpPr>
        <p:spPr>
          <a:xfrm>
            <a:off x="6105378" y="1656947"/>
            <a:ext cx="2945528" cy="0"/>
          </a:xfrm>
          <a:prstGeom prst="straightConnector1">
            <a:avLst/>
          </a:prstGeom>
          <a:ln w="57150">
            <a:solidFill>
              <a:srgbClr val="0070C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10E0FE9-5828-6E27-92FA-F6672DD2F3C3}"/>
              </a:ext>
            </a:extLst>
          </p:cNvPr>
          <p:cNvSpPr txBox="1"/>
          <p:nvPr/>
        </p:nvSpPr>
        <p:spPr>
          <a:xfrm>
            <a:off x="6356218" y="1275574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remote add …</a:t>
            </a:r>
          </a:p>
        </p:txBody>
      </p:sp>
    </p:spTree>
    <p:extLst>
      <p:ext uri="{BB962C8B-B14F-4D97-AF65-F5344CB8AC3E}">
        <p14:creationId xmlns:p14="http://schemas.microsoft.com/office/powerpoint/2010/main" val="3692409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5F2D6-5D3C-6BCA-4310-B1AC4ADF4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38D3FB5A-08CE-A8E6-4A52-3DAADAE7AEFD}"/>
              </a:ext>
            </a:extLst>
          </p:cNvPr>
          <p:cNvGrpSpPr/>
          <p:nvPr/>
        </p:nvGrpSpPr>
        <p:grpSpPr>
          <a:xfrm>
            <a:off x="1527325" y="646568"/>
            <a:ext cx="9005852" cy="1641413"/>
            <a:chOff x="1527325" y="646568"/>
            <a:chExt cx="9005852" cy="164141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2B26D7E-9513-6254-652B-5201ED930BE9}"/>
                </a:ext>
              </a:extLst>
            </p:cNvPr>
            <p:cNvGrpSpPr/>
            <p:nvPr/>
          </p:nvGrpSpPr>
          <p:grpSpPr>
            <a:xfrm>
              <a:off x="1527325" y="646568"/>
              <a:ext cx="1371600" cy="1641413"/>
              <a:chOff x="1527325" y="646568"/>
              <a:chExt cx="1371600" cy="1641413"/>
            </a:xfrm>
          </p:grpSpPr>
          <p:pic>
            <p:nvPicPr>
              <p:cNvPr id="5" name="Graphic 4" descr="Folder outline">
                <a:extLst>
                  <a:ext uri="{FF2B5EF4-FFF2-40B4-BE49-F238E27FC236}">
                    <a16:creationId xmlns:a16="http://schemas.microsoft.com/office/drawing/2014/main" id="{899F92B6-40A8-CC83-C36D-79FEF58DFA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27325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D8A984-F421-74CC-D84F-C0844EAE400C}"/>
                  </a:ext>
                </a:extLst>
              </p:cNvPr>
              <p:cNvSpPr txBox="1"/>
              <p:nvPr/>
            </p:nvSpPr>
            <p:spPr>
              <a:xfrm>
                <a:off x="1560190" y="646568"/>
                <a:ext cx="1305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Workspace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6344C44-47C8-7481-CA5C-E74087BF10A6}"/>
                </a:ext>
              </a:extLst>
            </p:cNvPr>
            <p:cNvGrpSpPr/>
            <p:nvPr/>
          </p:nvGrpSpPr>
          <p:grpSpPr>
            <a:xfrm>
              <a:off x="4751506" y="646568"/>
              <a:ext cx="1846916" cy="1641413"/>
              <a:chOff x="5302429" y="646568"/>
              <a:chExt cx="1846916" cy="1641413"/>
            </a:xfrm>
          </p:grpSpPr>
          <p:pic>
            <p:nvPicPr>
              <p:cNvPr id="7" name="Graphic 6" descr="Database outline">
                <a:extLst>
                  <a:ext uri="{FF2B5EF4-FFF2-40B4-BE49-F238E27FC236}">
                    <a16:creationId xmlns:a16="http://schemas.microsoft.com/office/drawing/2014/main" id="{9201CA7F-51D4-43AE-E33E-6058C68B20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540087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2D84D12-E7BD-ECE5-9857-D5B86EC2B5E8}"/>
                  </a:ext>
                </a:extLst>
              </p:cNvPr>
              <p:cNvSpPr txBox="1"/>
              <p:nvPr/>
            </p:nvSpPr>
            <p:spPr>
              <a:xfrm>
                <a:off x="5302429" y="646568"/>
                <a:ext cx="18469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Local Repository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D85F488-6DCD-A936-2B28-C4F9DAFA27B6}"/>
                </a:ext>
              </a:extLst>
            </p:cNvPr>
            <p:cNvGrpSpPr/>
            <p:nvPr/>
          </p:nvGrpSpPr>
          <p:grpSpPr>
            <a:xfrm>
              <a:off x="8451004" y="646568"/>
              <a:ext cx="2082173" cy="1641413"/>
              <a:chOff x="8451004" y="646568"/>
              <a:chExt cx="2082173" cy="1641413"/>
            </a:xfrm>
          </p:grpSpPr>
          <p:pic>
            <p:nvPicPr>
              <p:cNvPr id="9" name="Graphic 8" descr="Database with solid fill">
                <a:extLst>
                  <a:ext uri="{FF2B5EF4-FFF2-40B4-BE49-F238E27FC236}">
                    <a16:creationId xmlns:a16="http://schemas.microsoft.com/office/drawing/2014/main" id="{C5CA337D-6E1C-1634-5964-9E55384B62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806194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A8C4315-6DDC-6D80-B984-304CB40CCA88}"/>
                  </a:ext>
                </a:extLst>
              </p:cNvPr>
              <p:cNvSpPr txBox="1"/>
              <p:nvPr/>
            </p:nvSpPr>
            <p:spPr>
              <a:xfrm>
                <a:off x="8451004" y="646568"/>
                <a:ext cx="20821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Remote Repository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D0D5FAA-3F30-CB5C-BD29-4CA94260C5D0}"/>
              </a:ext>
            </a:extLst>
          </p:cNvPr>
          <p:cNvSpPr txBox="1"/>
          <p:nvPr/>
        </p:nvSpPr>
        <p:spPr>
          <a:xfrm>
            <a:off x="10769196" y="6372900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push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34CBABC-03B8-02F8-92F1-91C30F48952C}"/>
              </a:ext>
            </a:extLst>
          </p:cNvPr>
          <p:cNvCxnSpPr>
            <a:cxnSpLocks/>
          </p:cNvCxnSpPr>
          <p:nvPr/>
        </p:nvCxnSpPr>
        <p:spPr>
          <a:xfrm flipV="1">
            <a:off x="9483142" y="2112976"/>
            <a:ext cx="0" cy="191637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8818DDC-5C3A-1A30-AB31-F4C87AB4AE0F}"/>
              </a:ext>
            </a:extLst>
          </p:cNvPr>
          <p:cNvSpPr txBox="1"/>
          <p:nvPr/>
        </p:nvSpPr>
        <p:spPr>
          <a:xfrm>
            <a:off x="8229499" y="2046523"/>
            <a:ext cx="736099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FB6716EE-3220-F5EF-3406-1327F7A808C5}"/>
              </a:ext>
            </a:extLst>
          </p:cNvPr>
          <p:cNvCxnSpPr>
            <a:cxnSpLocks/>
            <a:stCxn id="19" idx="3"/>
            <a:endCxn id="18" idx="0"/>
          </p:cNvCxnSpPr>
          <p:nvPr/>
        </p:nvCxnSpPr>
        <p:spPr>
          <a:xfrm>
            <a:off x="8965598" y="2231189"/>
            <a:ext cx="1432920" cy="414026"/>
          </a:xfrm>
          <a:prstGeom prst="curvedConnector2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Github Logo - Free social media icons">
            <a:extLst>
              <a:ext uri="{FF2B5EF4-FFF2-40B4-BE49-F238E27FC236}">
                <a16:creationId xmlns:a16="http://schemas.microsoft.com/office/drawing/2014/main" id="{A2553B4E-8921-A2BE-C3DA-B994249FAA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2984" y="623720"/>
            <a:ext cx="436567" cy="43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BE7C59D-207C-627E-4A39-A0C7FF1BA259}"/>
              </a:ext>
            </a:extLst>
          </p:cNvPr>
          <p:cNvCxnSpPr>
            <a:cxnSpLocks/>
          </p:cNvCxnSpPr>
          <p:nvPr/>
        </p:nvCxnSpPr>
        <p:spPr>
          <a:xfrm flipV="1">
            <a:off x="5673142" y="2144505"/>
            <a:ext cx="0" cy="20057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E7760F0-F40B-46AA-6C1C-974CA003921D}"/>
              </a:ext>
            </a:extLst>
          </p:cNvPr>
          <p:cNvSpPr txBox="1"/>
          <p:nvPr/>
        </p:nvSpPr>
        <p:spPr>
          <a:xfrm>
            <a:off x="5866648" y="2645215"/>
            <a:ext cx="171149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91698E-AE5F-6DE5-BC7B-B2CAC7DED9F9}"/>
              </a:ext>
            </a:extLst>
          </p:cNvPr>
          <p:cNvSpPr txBox="1"/>
          <p:nvPr/>
        </p:nvSpPr>
        <p:spPr>
          <a:xfrm>
            <a:off x="6966209" y="2050988"/>
            <a:ext cx="736099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9FFAD070-1DC7-7DA9-D172-980B947AD05F}"/>
              </a:ext>
            </a:extLst>
          </p:cNvPr>
          <p:cNvCxnSpPr>
            <a:cxnSpLocks/>
            <a:stCxn id="28" idx="1"/>
            <a:endCxn id="27" idx="0"/>
          </p:cNvCxnSpPr>
          <p:nvPr/>
        </p:nvCxnSpPr>
        <p:spPr>
          <a:xfrm rot="10800000" flipV="1">
            <a:off x="6722395" y="2235653"/>
            <a:ext cx="243814" cy="409561"/>
          </a:xfrm>
          <a:prstGeom prst="curvedConnector2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105001C-DD87-E9CB-38B1-7E66D25257D2}"/>
              </a:ext>
            </a:extLst>
          </p:cNvPr>
          <p:cNvCxnSpPr>
            <a:cxnSpLocks/>
          </p:cNvCxnSpPr>
          <p:nvPr/>
        </p:nvCxnSpPr>
        <p:spPr>
          <a:xfrm flipV="1">
            <a:off x="2213125" y="1993695"/>
            <a:ext cx="0" cy="20057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5B15AF80-6863-14C8-313B-D22234361EF4}"/>
              </a:ext>
            </a:extLst>
          </p:cNvPr>
          <p:cNvGrpSpPr/>
          <p:nvPr/>
        </p:nvGrpSpPr>
        <p:grpSpPr>
          <a:xfrm>
            <a:off x="882600" y="4680799"/>
            <a:ext cx="5922584" cy="1532295"/>
            <a:chOff x="882600" y="4680799"/>
            <a:chExt cx="5922584" cy="153229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A430380-D999-DFF4-D401-18A8D6968E5D}"/>
                </a:ext>
              </a:extLst>
            </p:cNvPr>
            <p:cNvSpPr txBox="1"/>
            <p:nvPr/>
          </p:nvSpPr>
          <p:spPr>
            <a:xfrm>
              <a:off x="986988" y="5106822"/>
              <a:ext cx="736099" cy="369332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A25D058-F1DB-6FD2-6FFE-48EAA65C35EB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>
              <a:off x="1723087" y="5291488"/>
              <a:ext cx="652251" cy="0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3A3509E-E9AF-8E3C-F098-100CD8AF0F03}"/>
                </a:ext>
              </a:extLst>
            </p:cNvPr>
            <p:cNvSpPr txBox="1"/>
            <p:nvPr/>
          </p:nvSpPr>
          <p:spPr>
            <a:xfrm>
              <a:off x="986988" y="5546930"/>
              <a:ext cx="736099" cy="369332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29B173E8-0B0A-F0E4-B24A-3E1EFA957336}"/>
                </a:ext>
              </a:extLst>
            </p:cNvPr>
            <p:cNvCxnSpPr>
              <a:cxnSpLocks/>
              <a:stCxn id="43" idx="3"/>
            </p:cNvCxnSpPr>
            <p:nvPr/>
          </p:nvCxnSpPr>
          <p:spPr>
            <a:xfrm>
              <a:off x="1723087" y="5731596"/>
              <a:ext cx="652251" cy="0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CD4B494-7F25-F15C-1001-68A727D7F353}"/>
                </a:ext>
              </a:extLst>
            </p:cNvPr>
            <p:cNvSpPr txBox="1"/>
            <p:nvPr/>
          </p:nvSpPr>
          <p:spPr>
            <a:xfrm>
              <a:off x="2459186" y="5106822"/>
              <a:ext cx="1710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Remote branch</a:t>
              </a:r>
            </a:p>
          </p:txBody>
        </p:sp>
        <p:cxnSp>
          <p:nvCxnSpPr>
            <p:cNvPr id="62" name="Curved Connector 61">
              <a:extLst>
                <a:ext uri="{FF2B5EF4-FFF2-40B4-BE49-F238E27FC236}">
                  <a16:creationId xmlns:a16="http://schemas.microsoft.com/office/drawing/2014/main" id="{02C39B82-1DD6-5DC9-D232-4FE5C2A252DE}"/>
                </a:ext>
              </a:extLst>
            </p:cNvPr>
            <p:cNvCxnSpPr>
              <a:cxnSpLocks/>
              <a:stCxn id="43" idx="2"/>
            </p:cNvCxnSpPr>
            <p:nvPr/>
          </p:nvCxnSpPr>
          <p:spPr>
            <a:xfrm rot="5400000">
              <a:off x="1127648" y="5985704"/>
              <a:ext cx="296833" cy="157948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E5A1FF2C-7BF3-343E-89BB-8ED91D8B5720}"/>
                </a:ext>
              </a:extLst>
            </p:cNvPr>
            <p:cNvSpPr txBox="1"/>
            <p:nvPr/>
          </p:nvSpPr>
          <p:spPr>
            <a:xfrm>
              <a:off x="2459186" y="5546929"/>
              <a:ext cx="43459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Local branch with remote-tracking branch</a:t>
              </a:r>
            </a:p>
          </p:txBody>
        </p:sp>
        <p:sp>
          <p:nvSpPr>
            <p:cNvPr id="1028" name="TextBox 1027">
              <a:extLst>
                <a:ext uri="{FF2B5EF4-FFF2-40B4-BE49-F238E27FC236}">
                  <a16:creationId xmlns:a16="http://schemas.microsoft.com/office/drawing/2014/main" id="{E87D51EC-AD60-0CAC-B925-3006DBB68A46}"/>
                </a:ext>
              </a:extLst>
            </p:cNvPr>
            <p:cNvSpPr txBox="1"/>
            <p:nvPr/>
          </p:nvSpPr>
          <p:spPr>
            <a:xfrm>
              <a:off x="882600" y="4680799"/>
              <a:ext cx="9448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Legend</a:t>
              </a:r>
            </a:p>
          </p:txBody>
        </p:sp>
      </p:grpSp>
      <p:sp>
        <p:nvSpPr>
          <p:cNvPr id="1031" name="TextBox 1030">
            <a:extLst>
              <a:ext uri="{FF2B5EF4-FFF2-40B4-BE49-F238E27FC236}">
                <a16:creationId xmlns:a16="http://schemas.microsoft.com/office/drawing/2014/main" id="{BB2BD05F-13E7-F7CA-EA2C-6822FCC884D7}"/>
              </a:ext>
            </a:extLst>
          </p:cNvPr>
          <p:cNvSpPr txBox="1"/>
          <p:nvPr/>
        </p:nvSpPr>
        <p:spPr>
          <a:xfrm>
            <a:off x="1723087" y="1379948"/>
            <a:ext cx="9694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2AABD82-99B8-06FE-D495-759D23FCAB38}"/>
              </a:ext>
            </a:extLst>
          </p:cNvPr>
          <p:cNvCxnSpPr/>
          <p:nvPr/>
        </p:nvCxnSpPr>
        <p:spPr>
          <a:xfrm>
            <a:off x="6096000" y="1215483"/>
            <a:ext cx="2945528" cy="0"/>
          </a:xfrm>
          <a:prstGeom prst="straightConnector1">
            <a:avLst/>
          </a:prstGeom>
          <a:ln w="57150">
            <a:solidFill>
              <a:srgbClr val="0070C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1BD0494-AA3F-FD0B-6773-749384AA61A8}"/>
              </a:ext>
            </a:extLst>
          </p:cNvPr>
          <p:cNvCxnSpPr>
            <a:stCxn id="28" idx="3"/>
            <a:endCxn id="19" idx="1"/>
          </p:cNvCxnSpPr>
          <p:nvPr/>
        </p:nvCxnSpPr>
        <p:spPr>
          <a:xfrm flipV="1">
            <a:off x="7702308" y="2231189"/>
            <a:ext cx="527191" cy="4465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CD7C9AB-F7D0-9A85-0A8B-1C44CCD2744C}"/>
              </a:ext>
            </a:extLst>
          </p:cNvPr>
          <p:cNvCxnSpPr>
            <a:cxnSpLocks/>
          </p:cNvCxnSpPr>
          <p:nvPr/>
        </p:nvCxnSpPr>
        <p:spPr>
          <a:xfrm flipV="1">
            <a:off x="7584492" y="3094848"/>
            <a:ext cx="1955874" cy="918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1C18711-943D-AB4D-F8AB-E6DB6E93DCE8}"/>
              </a:ext>
            </a:extLst>
          </p:cNvPr>
          <p:cNvSpPr txBox="1"/>
          <p:nvPr/>
        </p:nvSpPr>
        <p:spPr>
          <a:xfrm>
            <a:off x="7846529" y="2667007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push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B706E3-A3FC-02AF-20ED-1E3F07B2A7ED}"/>
              </a:ext>
            </a:extLst>
          </p:cNvPr>
          <p:cNvSpPr txBox="1"/>
          <p:nvPr/>
        </p:nvSpPr>
        <p:spPr>
          <a:xfrm>
            <a:off x="1197090" y="2724196"/>
            <a:ext cx="1178248" cy="27699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test.py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887FE4-24DF-C8CA-A1E6-456CA6D9C689}"/>
              </a:ext>
            </a:extLst>
          </p:cNvPr>
          <p:cNvSpPr txBox="1"/>
          <p:nvPr/>
        </p:nvSpPr>
        <p:spPr>
          <a:xfrm>
            <a:off x="9542771" y="2645215"/>
            <a:ext cx="171149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80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B5417-7C98-C78B-D2D4-0F4CC8821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C5BD20ED-01A3-6DC9-3407-B9DB27854FA7}"/>
              </a:ext>
            </a:extLst>
          </p:cNvPr>
          <p:cNvGrpSpPr/>
          <p:nvPr/>
        </p:nvGrpSpPr>
        <p:grpSpPr>
          <a:xfrm>
            <a:off x="1527325" y="646568"/>
            <a:ext cx="9005852" cy="1641413"/>
            <a:chOff x="1527325" y="646568"/>
            <a:chExt cx="9005852" cy="164141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BFF900B-D3C9-4EAF-CAD0-477FD02B36D5}"/>
                </a:ext>
              </a:extLst>
            </p:cNvPr>
            <p:cNvGrpSpPr/>
            <p:nvPr/>
          </p:nvGrpSpPr>
          <p:grpSpPr>
            <a:xfrm>
              <a:off x="1527325" y="646568"/>
              <a:ext cx="1371600" cy="1641413"/>
              <a:chOff x="1527325" y="646568"/>
              <a:chExt cx="1371600" cy="1641413"/>
            </a:xfrm>
          </p:grpSpPr>
          <p:pic>
            <p:nvPicPr>
              <p:cNvPr id="5" name="Graphic 4" descr="Folder outline">
                <a:extLst>
                  <a:ext uri="{FF2B5EF4-FFF2-40B4-BE49-F238E27FC236}">
                    <a16:creationId xmlns:a16="http://schemas.microsoft.com/office/drawing/2014/main" id="{A2881F7D-3829-CEAB-B559-7F4C69E33B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27325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295A70E-CEA8-2269-5A65-C676602829D8}"/>
                  </a:ext>
                </a:extLst>
              </p:cNvPr>
              <p:cNvSpPr txBox="1"/>
              <p:nvPr/>
            </p:nvSpPr>
            <p:spPr>
              <a:xfrm>
                <a:off x="1560190" y="646568"/>
                <a:ext cx="1305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Workspace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27D4813-B4B9-2F88-E1B0-A98FF88BE0CB}"/>
                </a:ext>
              </a:extLst>
            </p:cNvPr>
            <p:cNvGrpSpPr/>
            <p:nvPr/>
          </p:nvGrpSpPr>
          <p:grpSpPr>
            <a:xfrm>
              <a:off x="4751506" y="646568"/>
              <a:ext cx="1846916" cy="1641413"/>
              <a:chOff x="5302429" y="646568"/>
              <a:chExt cx="1846916" cy="1641413"/>
            </a:xfrm>
          </p:grpSpPr>
          <p:pic>
            <p:nvPicPr>
              <p:cNvPr id="7" name="Graphic 6" descr="Database outline">
                <a:extLst>
                  <a:ext uri="{FF2B5EF4-FFF2-40B4-BE49-F238E27FC236}">
                    <a16:creationId xmlns:a16="http://schemas.microsoft.com/office/drawing/2014/main" id="{CE134AAC-AA19-F443-951C-2EE26378EF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540087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76E96D-8D8D-3487-F916-28DA06A40031}"/>
                  </a:ext>
                </a:extLst>
              </p:cNvPr>
              <p:cNvSpPr txBox="1"/>
              <p:nvPr/>
            </p:nvSpPr>
            <p:spPr>
              <a:xfrm>
                <a:off x="5302429" y="646568"/>
                <a:ext cx="18469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Local Repository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B0CFBD8-B91F-733D-AC40-3F977AF3127F}"/>
                </a:ext>
              </a:extLst>
            </p:cNvPr>
            <p:cNvGrpSpPr/>
            <p:nvPr/>
          </p:nvGrpSpPr>
          <p:grpSpPr>
            <a:xfrm>
              <a:off x="8451004" y="646568"/>
              <a:ext cx="2082173" cy="1641413"/>
              <a:chOff x="8451004" y="646568"/>
              <a:chExt cx="2082173" cy="1641413"/>
            </a:xfrm>
          </p:grpSpPr>
          <p:pic>
            <p:nvPicPr>
              <p:cNvPr id="9" name="Graphic 8" descr="Database with solid fill">
                <a:extLst>
                  <a:ext uri="{FF2B5EF4-FFF2-40B4-BE49-F238E27FC236}">
                    <a16:creationId xmlns:a16="http://schemas.microsoft.com/office/drawing/2014/main" id="{0A10C024-DAFF-69C2-D06C-A826CF0951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806194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2A211AF-C46C-CE11-7293-DCADD80485A2}"/>
                  </a:ext>
                </a:extLst>
              </p:cNvPr>
              <p:cNvSpPr txBox="1"/>
              <p:nvPr/>
            </p:nvSpPr>
            <p:spPr>
              <a:xfrm>
                <a:off x="8451004" y="646568"/>
                <a:ext cx="20821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Remote Repository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71CE35-D83B-9E66-41EB-BD7E2BAAEA7F}"/>
              </a:ext>
            </a:extLst>
          </p:cNvPr>
          <p:cNvSpPr txBox="1"/>
          <p:nvPr/>
        </p:nvSpPr>
        <p:spPr>
          <a:xfrm>
            <a:off x="10277604" y="6427708"/>
            <a:ext cx="1519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commit v2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2B10999-0430-9142-9344-255C745EE409}"/>
              </a:ext>
            </a:extLst>
          </p:cNvPr>
          <p:cNvCxnSpPr>
            <a:cxnSpLocks/>
          </p:cNvCxnSpPr>
          <p:nvPr/>
        </p:nvCxnSpPr>
        <p:spPr>
          <a:xfrm flipV="1">
            <a:off x="9483142" y="2112976"/>
            <a:ext cx="0" cy="191637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AE36EE6-2B55-F897-39F7-7444C270867D}"/>
              </a:ext>
            </a:extLst>
          </p:cNvPr>
          <p:cNvSpPr txBox="1"/>
          <p:nvPr/>
        </p:nvSpPr>
        <p:spPr>
          <a:xfrm>
            <a:off x="9540366" y="2721331"/>
            <a:ext cx="171149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DB0EB5-4895-0B72-F33E-EDE71A6A50EF}"/>
              </a:ext>
            </a:extLst>
          </p:cNvPr>
          <p:cNvSpPr txBox="1"/>
          <p:nvPr/>
        </p:nvSpPr>
        <p:spPr>
          <a:xfrm>
            <a:off x="8305429" y="2022422"/>
            <a:ext cx="736099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255FB37A-2470-B4FB-EEF1-1F274ACE0B5A}"/>
              </a:ext>
            </a:extLst>
          </p:cNvPr>
          <p:cNvCxnSpPr>
            <a:cxnSpLocks/>
            <a:stCxn id="19" idx="2"/>
          </p:cNvCxnSpPr>
          <p:nvPr/>
        </p:nvCxnSpPr>
        <p:spPr>
          <a:xfrm rot="16200000" flipH="1">
            <a:off x="8905729" y="2159503"/>
            <a:ext cx="354017" cy="818517"/>
          </a:xfrm>
          <a:prstGeom prst="curvedConnector2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Github Logo - Free social media icons">
            <a:extLst>
              <a:ext uri="{FF2B5EF4-FFF2-40B4-BE49-F238E27FC236}">
                <a16:creationId xmlns:a16="http://schemas.microsoft.com/office/drawing/2014/main" id="{A66609A8-4153-F925-DAC1-7B6079532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2984" y="623720"/>
            <a:ext cx="436567" cy="43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3C1EEB2-63F0-FFE3-19B3-88B4BB9FD26D}"/>
              </a:ext>
            </a:extLst>
          </p:cNvPr>
          <p:cNvCxnSpPr>
            <a:cxnSpLocks/>
          </p:cNvCxnSpPr>
          <p:nvPr/>
        </p:nvCxnSpPr>
        <p:spPr>
          <a:xfrm flipV="1">
            <a:off x="5673142" y="2144505"/>
            <a:ext cx="0" cy="20057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0A3E974-C160-EE09-D4DC-994EBE28E98D}"/>
              </a:ext>
            </a:extLst>
          </p:cNvPr>
          <p:cNvSpPr txBox="1"/>
          <p:nvPr/>
        </p:nvSpPr>
        <p:spPr>
          <a:xfrm>
            <a:off x="5866648" y="2681913"/>
            <a:ext cx="171149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24335C-77DE-9E55-B5D7-9F0BE250F396}"/>
              </a:ext>
            </a:extLst>
          </p:cNvPr>
          <p:cNvSpPr txBox="1"/>
          <p:nvPr/>
        </p:nvSpPr>
        <p:spPr>
          <a:xfrm>
            <a:off x="6872521" y="4360303"/>
            <a:ext cx="736099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1FF1A132-A025-8A45-C037-C8A371DD08ED}"/>
              </a:ext>
            </a:extLst>
          </p:cNvPr>
          <p:cNvCxnSpPr>
            <a:cxnSpLocks/>
            <a:stCxn id="28" idx="1"/>
            <a:endCxn id="53" idx="2"/>
          </p:cNvCxnSpPr>
          <p:nvPr/>
        </p:nvCxnSpPr>
        <p:spPr>
          <a:xfrm rot="10800000">
            <a:off x="6726341" y="4072411"/>
            <a:ext cx="146181" cy="472559"/>
          </a:xfrm>
          <a:prstGeom prst="curvedConnector2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E3DA916-FE20-6AD7-2CB7-AB4C10024968}"/>
              </a:ext>
            </a:extLst>
          </p:cNvPr>
          <p:cNvCxnSpPr>
            <a:cxnSpLocks/>
          </p:cNvCxnSpPr>
          <p:nvPr/>
        </p:nvCxnSpPr>
        <p:spPr>
          <a:xfrm flipV="1">
            <a:off x="2213125" y="1993695"/>
            <a:ext cx="0" cy="20057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D906E32E-9AF4-2B08-1AA8-13E6196D465E}"/>
              </a:ext>
            </a:extLst>
          </p:cNvPr>
          <p:cNvGrpSpPr/>
          <p:nvPr/>
        </p:nvGrpSpPr>
        <p:grpSpPr>
          <a:xfrm>
            <a:off x="882600" y="4680799"/>
            <a:ext cx="5922584" cy="1532295"/>
            <a:chOff x="882600" y="4680799"/>
            <a:chExt cx="5922584" cy="153229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9928473-0995-9F37-85B6-490B05BE4073}"/>
                </a:ext>
              </a:extLst>
            </p:cNvPr>
            <p:cNvSpPr txBox="1"/>
            <p:nvPr/>
          </p:nvSpPr>
          <p:spPr>
            <a:xfrm>
              <a:off x="986988" y="5106822"/>
              <a:ext cx="736099" cy="369332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E35440F-09D5-F8B0-57EF-D7D13491E620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>
              <a:off x="1723087" y="5291488"/>
              <a:ext cx="652251" cy="0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93C23FF-0705-827F-DA04-D06531C07DE1}"/>
                </a:ext>
              </a:extLst>
            </p:cNvPr>
            <p:cNvSpPr txBox="1"/>
            <p:nvPr/>
          </p:nvSpPr>
          <p:spPr>
            <a:xfrm>
              <a:off x="986988" y="5546930"/>
              <a:ext cx="736099" cy="369332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D8A1F96E-3FB7-2238-808C-7057632F70BB}"/>
                </a:ext>
              </a:extLst>
            </p:cNvPr>
            <p:cNvCxnSpPr>
              <a:cxnSpLocks/>
              <a:stCxn id="43" idx="3"/>
            </p:cNvCxnSpPr>
            <p:nvPr/>
          </p:nvCxnSpPr>
          <p:spPr>
            <a:xfrm>
              <a:off x="1723087" y="5731596"/>
              <a:ext cx="652251" cy="0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00EF0E2-D4A9-91D0-F732-86782AFC83D1}"/>
                </a:ext>
              </a:extLst>
            </p:cNvPr>
            <p:cNvSpPr txBox="1"/>
            <p:nvPr/>
          </p:nvSpPr>
          <p:spPr>
            <a:xfrm>
              <a:off x="2459186" y="5106822"/>
              <a:ext cx="1710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Remote branch</a:t>
              </a:r>
            </a:p>
          </p:txBody>
        </p:sp>
        <p:cxnSp>
          <p:nvCxnSpPr>
            <p:cNvPr id="62" name="Curved Connector 61">
              <a:extLst>
                <a:ext uri="{FF2B5EF4-FFF2-40B4-BE49-F238E27FC236}">
                  <a16:creationId xmlns:a16="http://schemas.microsoft.com/office/drawing/2014/main" id="{271A9D66-F42D-DB4C-1F52-265C92B7910D}"/>
                </a:ext>
              </a:extLst>
            </p:cNvPr>
            <p:cNvCxnSpPr>
              <a:cxnSpLocks/>
              <a:stCxn id="43" idx="2"/>
            </p:cNvCxnSpPr>
            <p:nvPr/>
          </p:nvCxnSpPr>
          <p:spPr>
            <a:xfrm rot="5400000">
              <a:off x="1127648" y="5985704"/>
              <a:ext cx="296833" cy="157948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5E4DD641-0600-A41B-5D79-BDDB03F98BDB}"/>
                </a:ext>
              </a:extLst>
            </p:cNvPr>
            <p:cNvSpPr txBox="1"/>
            <p:nvPr/>
          </p:nvSpPr>
          <p:spPr>
            <a:xfrm>
              <a:off x="2459186" y="5546929"/>
              <a:ext cx="43459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Local branch with remote-tracking branch</a:t>
              </a:r>
            </a:p>
          </p:txBody>
        </p:sp>
        <p:sp>
          <p:nvSpPr>
            <p:cNvPr id="1028" name="TextBox 1027">
              <a:extLst>
                <a:ext uri="{FF2B5EF4-FFF2-40B4-BE49-F238E27FC236}">
                  <a16:creationId xmlns:a16="http://schemas.microsoft.com/office/drawing/2014/main" id="{BF8D149D-3B29-BFD6-085A-46E4A8D51CE0}"/>
                </a:ext>
              </a:extLst>
            </p:cNvPr>
            <p:cNvSpPr txBox="1"/>
            <p:nvPr/>
          </p:nvSpPr>
          <p:spPr>
            <a:xfrm>
              <a:off x="882600" y="4680799"/>
              <a:ext cx="9448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Legend</a:t>
              </a:r>
            </a:p>
          </p:txBody>
        </p:sp>
      </p:grpSp>
      <p:sp>
        <p:nvSpPr>
          <p:cNvPr id="1031" name="TextBox 1030">
            <a:extLst>
              <a:ext uri="{FF2B5EF4-FFF2-40B4-BE49-F238E27FC236}">
                <a16:creationId xmlns:a16="http://schemas.microsoft.com/office/drawing/2014/main" id="{E67EC74C-649B-1221-0ACC-14B7FDEEA652}"/>
              </a:ext>
            </a:extLst>
          </p:cNvPr>
          <p:cNvSpPr txBox="1"/>
          <p:nvPr/>
        </p:nvSpPr>
        <p:spPr>
          <a:xfrm>
            <a:off x="1723087" y="1379948"/>
            <a:ext cx="9694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931AED8-46D5-7F5A-599A-01F4629034AE}"/>
              </a:ext>
            </a:extLst>
          </p:cNvPr>
          <p:cNvCxnSpPr/>
          <p:nvPr/>
        </p:nvCxnSpPr>
        <p:spPr>
          <a:xfrm>
            <a:off x="6096000" y="1215483"/>
            <a:ext cx="2945528" cy="0"/>
          </a:xfrm>
          <a:prstGeom prst="straightConnector1">
            <a:avLst/>
          </a:prstGeom>
          <a:ln w="57150">
            <a:solidFill>
              <a:srgbClr val="0070C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A8FC38A-8764-BD1F-598F-A6309491A92E}"/>
              </a:ext>
            </a:extLst>
          </p:cNvPr>
          <p:cNvCxnSpPr>
            <a:cxnSpLocks/>
            <a:stCxn id="50" idx="3"/>
          </p:cNvCxnSpPr>
          <p:nvPr/>
        </p:nvCxnSpPr>
        <p:spPr>
          <a:xfrm>
            <a:off x="2375338" y="3732490"/>
            <a:ext cx="3434087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E4EAF6B-2715-4A4C-EA76-8F614F81221C}"/>
              </a:ext>
            </a:extLst>
          </p:cNvPr>
          <p:cNvSpPr txBox="1"/>
          <p:nvPr/>
        </p:nvSpPr>
        <p:spPr>
          <a:xfrm>
            <a:off x="1197090" y="3593990"/>
            <a:ext cx="1178248" cy="27699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test.py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B9F3D70-E1BF-A2FB-4596-BD78FFD019FB}"/>
              </a:ext>
            </a:extLst>
          </p:cNvPr>
          <p:cNvSpPr txBox="1"/>
          <p:nvPr/>
        </p:nvSpPr>
        <p:spPr>
          <a:xfrm>
            <a:off x="2501686" y="3370773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add + git commit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BBA6F72-D2F4-9CD0-5786-AE8C244B27F5}"/>
              </a:ext>
            </a:extLst>
          </p:cNvPr>
          <p:cNvSpPr txBox="1"/>
          <p:nvPr/>
        </p:nvSpPr>
        <p:spPr>
          <a:xfrm>
            <a:off x="1337778" y="3593990"/>
            <a:ext cx="292068" cy="3706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980"/>
              </a:lnSpc>
            </a:pPr>
            <a:r>
              <a:rPr 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</a:p>
          <a:p>
            <a:pPr>
              <a:lnSpc>
                <a:spcPts val="980"/>
              </a:lnSpc>
            </a:pPr>
            <a:r>
              <a:rPr 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0C89D43-46BF-B5A1-C080-62CD7C9B6927}"/>
              </a:ext>
            </a:extLst>
          </p:cNvPr>
          <p:cNvSpPr txBox="1"/>
          <p:nvPr/>
        </p:nvSpPr>
        <p:spPr>
          <a:xfrm>
            <a:off x="5868188" y="3518412"/>
            <a:ext cx="1716304" cy="553998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b424cc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0DAB4F9-5DF5-DEFE-5D48-9B33F25AA36C}"/>
              </a:ext>
            </a:extLst>
          </p:cNvPr>
          <p:cNvCxnSpPr>
            <a:cxnSpLocks/>
          </p:cNvCxnSpPr>
          <p:nvPr/>
        </p:nvCxnSpPr>
        <p:spPr>
          <a:xfrm>
            <a:off x="6623576" y="3260060"/>
            <a:ext cx="2405" cy="21374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066C2D1-9FA8-54E9-4263-43DCF58EDBF1}"/>
              </a:ext>
            </a:extLst>
          </p:cNvPr>
          <p:cNvSpPr txBox="1"/>
          <p:nvPr/>
        </p:nvSpPr>
        <p:spPr>
          <a:xfrm>
            <a:off x="6624441" y="3234612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diff</a:t>
            </a:r>
          </a:p>
        </p:txBody>
      </p:sp>
      <p:cxnSp>
        <p:nvCxnSpPr>
          <p:cNvPr id="1033" name="Elbow Connector 1032">
            <a:extLst>
              <a:ext uri="{FF2B5EF4-FFF2-40B4-BE49-F238E27FC236}">
                <a16:creationId xmlns:a16="http://schemas.microsoft.com/office/drawing/2014/main" id="{22CA14C4-AC33-EE00-3026-294007EA2F02}"/>
              </a:ext>
            </a:extLst>
          </p:cNvPr>
          <p:cNvCxnSpPr>
            <a:stCxn id="28" idx="3"/>
            <a:endCxn id="19" idx="1"/>
          </p:cNvCxnSpPr>
          <p:nvPr/>
        </p:nvCxnSpPr>
        <p:spPr>
          <a:xfrm flipV="1">
            <a:off x="7608620" y="2207088"/>
            <a:ext cx="696809" cy="2337881"/>
          </a:xfrm>
          <a:prstGeom prst="bentConnector3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517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7252F-41DC-5162-6660-DFE671A63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BFC4D049-24C4-D4F0-1C9C-4378A7EED2CC}"/>
              </a:ext>
            </a:extLst>
          </p:cNvPr>
          <p:cNvGrpSpPr/>
          <p:nvPr/>
        </p:nvGrpSpPr>
        <p:grpSpPr>
          <a:xfrm>
            <a:off x="1527325" y="646568"/>
            <a:ext cx="9005852" cy="1641413"/>
            <a:chOff x="1527325" y="646568"/>
            <a:chExt cx="9005852" cy="164141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A168BAF-608F-FADA-51BE-1C5CA22B9DA1}"/>
                </a:ext>
              </a:extLst>
            </p:cNvPr>
            <p:cNvGrpSpPr/>
            <p:nvPr/>
          </p:nvGrpSpPr>
          <p:grpSpPr>
            <a:xfrm>
              <a:off x="1527325" y="646568"/>
              <a:ext cx="1371600" cy="1641413"/>
              <a:chOff x="1527325" y="646568"/>
              <a:chExt cx="1371600" cy="1641413"/>
            </a:xfrm>
          </p:grpSpPr>
          <p:pic>
            <p:nvPicPr>
              <p:cNvPr id="5" name="Graphic 4" descr="Folder outline">
                <a:extLst>
                  <a:ext uri="{FF2B5EF4-FFF2-40B4-BE49-F238E27FC236}">
                    <a16:creationId xmlns:a16="http://schemas.microsoft.com/office/drawing/2014/main" id="{B30A2F8D-76E1-7B10-B571-35AB6FA3F6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27325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DA9A1D7-B352-CA11-4C9A-F1DFD5EE0FAF}"/>
                  </a:ext>
                </a:extLst>
              </p:cNvPr>
              <p:cNvSpPr txBox="1"/>
              <p:nvPr/>
            </p:nvSpPr>
            <p:spPr>
              <a:xfrm>
                <a:off x="1560190" y="646568"/>
                <a:ext cx="1305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Workspace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894FB3A-350B-7B12-E860-96F665AEB366}"/>
                </a:ext>
              </a:extLst>
            </p:cNvPr>
            <p:cNvGrpSpPr/>
            <p:nvPr/>
          </p:nvGrpSpPr>
          <p:grpSpPr>
            <a:xfrm>
              <a:off x="4751506" y="646568"/>
              <a:ext cx="1846916" cy="1641413"/>
              <a:chOff x="5302429" y="646568"/>
              <a:chExt cx="1846916" cy="1641413"/>
            </a:xfrm>
          </p:grpSpPr>
          <p:pic>
            <p:nvPicPr>
              <p:cNvPr id="7" name="Graphic 6" descr="Database outline">
                <a:extLst>
                  <a:ext uri="{FF2B5EF4-FFF2-40B4-BE49-F238E27FC236}">
                    <a16:creationId xmlns:a16="http://schemas.microsoft.com/office/drawing/2014/main" id="{0CCEE32D-5AF4-707D-6664-96572545BA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540087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27BFB8-90FC-21FD-F24E-D5AF0DCB645F}"/>
                  </a:ext>
                </a:extLst>
              </p:cNvPr>
              <p:cNvSpPr txBox="1"/>
              <p:nvPr/>
            </p:nvSpPr>
            <p:spPr>
              <a:xfrm>
                <a:off x="5302429" y="646568"/>
                <a:ext cx="18469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Local Repository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9E2F37F-4166-415D-0010-3A945B92095F}"/>
                </a:ext>
              </a:extLst>
            </p:cNvPr>
            <p:cNvGrpSpPr/>
            <p:nvPr/>
          </p:nvGrpSpPr>
          <p:grpSpPr>
            <a:xfrm>
              <a:off x="8451004" y="646568"/>
              <a:ext cx="2082173" cy="1641413"/>
              <a:chOff x="8451004" y="646568"/>
              <a:chExt cx="2082173" cy="1641413"/>
            </a:xfrm>
          </p:grpSpPr>
          <p:pic>
            <p:nvPicPr>
              <p:cNvPr id="9" name="Graphic 8" descr="Database with solid fill">
                <a:extLst>
                  <a:ext uri="{FF2B5EF4-FFF2-40B4-BE49-F238E27FC236}">
                    <a16:creationId xmlns:a16="http://schemas.microsoft.com/office/drawing/2014/main" id="{0DE8DE53-CF66-C3B8-A7A3-4F86DF8429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806194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BB7EC3-69A1-6A4B-60B9-9E755D819290}"/>
                  </a:ext>
                </a:extLst>
              </p:cNvPr>
              <p:cNvSpPr txBox="1"/>
              <p:nvPr/>
            </p:nvSpPr>
            <p:spPr>
              <a:xfrm>
                <a:off x="8451004" y="646568"/>
                <a:ext cx="20821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Remote Repository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9E8CCF9-C825-35F5-05B6-859FD37A05BC}"/>
              </a:ext>
            </a:extLst>
          </p:cNvPr>
          <p:cNvSpPr txBox="1"/>
          <p:nvPr/>
        </p:nvSpPr>
        <p:spPr>
          <a:xfrm>
            <a:off x="167641" y="48300"/>
            <a:ext cx="1244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push v2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EE0E46B-910F-4B89-41B3-DD75C4896473}"/>
              </a:ext>
            </a:extLst>
          </p:cNvPr>
          <p:cNvCxnSpPr>
            <a:cxnSpLocks/>
          </p:cNvCxnSpPr>
          <p:nvPr/>
        </p:nvCxnSpPr>
        <p:spPr>
          <a:xfrm flipV="1">
            <a:off x="9483142" y="2112976"/>
            <a:ext cx="0" cy="191637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319A5E0-BE78-3F4A-B82A-A0330B7393A0}"/>
              </a:ext>
            </a:extLst>
          </p:cNvPr>
          <p:cNvSpPr txBox="1"/>
          <p:nvPr/>
        </p:nvSpPr>
        <p:spPr>
          <a:xfrm>
            <a:off x="9540366" y="2721331"/>
            <a:ext cx="171149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9596AC-B1FF-D8BD-9315-1ADDEA67271D}"/>
              </a:ext>
            </a:extLst>
          </p:cNvPr>
          <p:cNvSpPr txBox="1"/>
          <p:nvPr/>
        </p:nvSpPr>
        <p:spPr>
          <a:xfrm>
            <a:off x="8578075" y="4365695"/>
            <a:ext cx="736099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999A7EC2-F7B9-D2E6-6C8A-4C31E1A1FF1F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9371399" y="4063223"/>
            <a:ext cx="1027119" cy="517948"/>
          </a:xfrm>
          <a:prstGeom prst="curvedConnector2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Github Logo - Free social media icons">
            <a:extLst>
              <a:ext uri="{FF2B5EF4-FFF2-40B4-BE49-F238E27FC236}">
                <a16:creationId xmlns:a16="http://schemas.microsoft.com/office/drawing/2014/main" id="{F9FF2EFA-1FE3-AC02-73C8-411ABEFE6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2984" y="623720"/>
            <a:ext cx="436567" cy="43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B15223D-8EA8-3471-7F20-F549C6CACAB2}"/>
              </a:ext>
            </a:extLst>
          </p:cNvPr>
          <p:cNvCxnSpPr>
            <a:cxnSpLocks/>
          </p:cNvCxnSpPr>
          <p:nvPr/>
        </p:nvCxnSpPr>
        <p:spPr>
          <a:xfrm flipV="1">
            <a:off x="5673142" y="2144505"/>
            <a:ext cx="0" cy="20057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A106EC1-749D-AC96-C7F5-6BE4E340396B}"/>
              </a:ext>
            </a:extLst>
          </p:cNvPr>
          <p:cNvSpPr txBox="1"/>
          <p:nvPr/>
        </p:nvSpPr>
        <p:spPr>
          <a:xfrm>
            <a:off x="5866648" y="2681913"/>
            <a:ext cx="171149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8D861A-AC19-5C8F-0989-1822DD2E8A76}"/>
              </a:ext>
            </a:extLst>
          </p:cNvPr>
          <p:cNvSpPr txBox="1"/>
          <p:nvPr/>
        </p:nvSpPr>
        <p:spPr>
          <a:xfrm>
            <a:off x="6872521" y="4360303"/>
            <a:ext cx="736099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43F8C910-B7EF-3857-4440-DEB30FD00EB7}"/>
              </a:ext>
            </a:extLst>
          </p:cNvPr>
          <p:cNvCxnSpPr>
            <a:cxnSpLocks/>
            <a:stCxn id="28" idx="1"/>
            <a:endCxn id="53" idx="2"/>
          </p:cNvCxnSpPr>
          <p:nvPr/>
        </p:nvCxnSpPr>
        <p:spPr>
          <a:xfrm rot="10800000">
            <a:off x="6726341" y="4072411"/>
            <a:ext cx="146181" cy="472559"/>
          </a:xfrm>
          <a:prstGeom prst="curvedConnector2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346DD8C-9568-DA6A-9FE2-074D9721F260}"/>
              </a:ext>
            </a:extLst>
          </p:cNvPr>
          <p:cNvCxnSpPr>
            <a:cxnSpLocks/>
          </p:cNvCxnSpPr>
          <p:nvPr/>
        </p:nvCxnSpPr>
        <p:spPr>
          <a:xfrm flipV="1">
            <a:off x="2213125" y="1993695"/>
            <a:ext cx="0" cy="20057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08291DFF-FA71-171F-A27C-0CC144AA33B2}"/>
              </a:ext>
            </a:extLst>
          </p:cNvPr>
          <p:cNvGrpSpPr/>
          <p:nvPr/>
        </p:nvGrpSpPr>
        <p:grpSpPr>
          <a:xfrm>
            <a:off x="882600" y="4680799"/>
            <a:ext cx="5922584" cy="1532295"/>
            <a:chOff x="882600" y="4680799"/>
            <a:chExt cx="5922584" cy="153229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2F86DFF-0089-1D24-BE90-B43FF3CF39B8}"/>
                </a:ext>
              </a:extLst>
            </p:cNvPr>
            <p:cNvSpPr txBox="1"/>
            <p:nvPr/>
          </p:nvSpPr>
          <p:spPr>
            <a:xfrm>
              <a:off x="986988" y="5106822"/>
              <a:ext cx="736099" cy="369332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AF43F4A-DB67-6B09-9C32-FA6963919043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>
              <a:off x="1723087" y="5291488"/>
              <a:ext cx="652251" cy="0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4262A59-0FB3-8BF0-C187-B34B871C825D}"/>
                </a:ext>
              </a:extLst>
            </p:cNvPr>
            <p:cNvSpPr txBox="1"/>
            <p:nvPr/>
          </p:nvSpPr>
          <p:spPr>
            <a:xfrm>
              <a:off x="986988" y="5546930"/>
              <a:ext cx="736099" cy="369332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941AD8A4-3537-DF7C-C792-2919FA9AB3F5}"/>
                </a:ext>
              </a:extLst>
            </p:cNvPr>
            <p:cNvCxnSpPr>
              <a:cxnSpLocks/>
              <a:stCxn id="43" idx="3"/>
            </p:cNvCxnSpPr>
            <p:nvPr/>
          </p:nvCxnSpPr>
          <p:spPr>
            <a:xfrm>
              <a:off x="1723087" y="5731596"/>
              <a:ext cx="652251" cy="0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B3D7E67-7BAC-9B89-6710-E9A9D3735033}"/>
                </a:ext>
              </a:extLst>
            </p:cNvPr>
            <p:cNvSpPr txBox="1"/>
            <p:nvPr/>
          </p:nvSpPr>
          <p:spPr>
            <a:xfrm>
              <a:off x="2459186" y="5106822"/>
              <a:ext cx="1710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Remote branch</a:t>
              </a:r>
            </a:p>
          </p:txBody>
        </p:sp>
        <p:cxnSp>
          <p:nvCxnSpPr>
            <p:cNvPr id="62" name="Curved Connector 61">
              <a:extLst>
                <a:ext uri="{FF2B5EF4-FFF2-40B4-BE49-F238E27FC236}">
                  <a16:creationId xmlns:a16="http://schemas.microsoft.com/office/drawing/2014/main" id="{90B828C1-DB00-823B-0AF8-E4974BBA22AB}"/>
                </a:ext>
              </a:extLst>
            </p:cNvPr>
            <p:cNvCxnSpPr>
              <a:cxnSpLocks/>
              <a:stCxn id="43" idx="2"/>
            </p:cNvCxnSpPr>
            <p:nvPr/>
          </p:nvCxnSpPr>
          <p:spPr>
            <a:xfrm rot="5400000">
              <a:off x="1127648" y="5985704"/>
              <a:ext cx="296833" cy="157948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88C2EB47-59C1-F235-9FD4-B2E9727B6913}"/>
                </a:ext>
              </a:extLst>
            </p:cNvPr>
            <p:cNvSpPr txBox="1"/>
            <p:nvPr/>
          </p:nvSpPr>
          <p:spPr>
            <a:xfrm>
              <a:off x="2459186" y="5546929"/>
              <a:ext cx="43459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Local branch with remote-tracking branch</a:t>
              </a:r>
            </a:p>
          </p:txBody>
        </p:sp>
        <p:sp>
          <p:nvSpPr>
            <p:cNvPr id="1028" name="TextBox 1027">
              <a:extLst>
                <a:ext uri="{FF2B5EF4-FFF2-40B4-BE49-F238E27FC236}">
                  <a16:creationId xmlns:a16="http://schemas.microsoft.com/office/drawing/2014/main" id="{5733EE20-0A35-30B5-F32D-6849EFDB2CED}"/>
                </a:ext>
              </a:extLst>
            </p:cNvPr>
            <p:cNvSpPr txBox="1"/>
            <p:nvPr/>
          </p:nvSpPr>
          <p:spPr>
            <a:xfrm>
              <a:off x="882600" y="4680799"/>
              <a:ext cx="9448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Legend</a:t>
              </a:r>
            </a:p>
          </p:txBody>
        </p:sp>
      </p:grpSp>
      <p:sp>
        <p:nvSpPr>
          <p:cNvPr id="1031" name="TextBox 1030">
            <a:extLst>
              <a:ext uri="{FF2B5EF4-FFF2-40B4-BE49-F238E27FC236}">
                <a16:creationId xmlns:a16="http://schemas.microsoft.com/office/drawing/2014/main" id="{C593B7C8-E702-7B9D-6BD3-8C864E41DCD2}"/>
              </a:ext>
            </a:extLst>
          </p:cNvPr>
          <p:cNvSpPr txBox="1"/>
          <p:nvPr/>
        </p:nvSpPr>
        <p:spPr>
          <a:xfrm>
            <a:off x="1723087" y="1379948"/>
            <a:ext cx="9694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2B5CE6C-4D81-8FC7-A5C9-7490AB742497}"/>
              </a:ext>
            </a:extLst>
          </p:cNvPr>
          <p:cNvCxnSpPr/>
          <p:nvPr/>
        </p:nvCxnSpPr>
        <p:spPr>
          <a:xfrm>
            <a:off x="6096000" y="1215483"/>
            <a:ext cx="2945528" cy="0"/>
          </a:xfrm>
          <a:prstGeom prst="straightConnector1">
            <a:avLst/>
          </a:prstGeom>
          <a:ln w="57150">
            <a:solidFill>
              <a:srgbClr val="0070C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F5AB564-6633-B421-7E57-C0C1A86E9CC1}"/>
              </a:ext>
            </a:extLst>
          </p:cNvPr>
          <p:cNvSpPr txBox="1"/>
          <p:nvPr/>
        </p:nvSpPr>
        <p:spPr>
          <a:xfrm>
            <a:off x="1197090" y="3593990"/>
            <a:ext cx="1178248" cy="27699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test.py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A02A04D-BF6F-AF80-8CCD-3FEF6C4E3D3B}"/>
              </a:ext>
            </a:extLst>
          </p:cNvPr>
          <p:cNvSpPr txBox="1"/>
          <p:nvPr/>
        </p:nvSpPr>
        <p:spPr>
          <a:xfrm>
            <a:off x="5868188" y="3518412"/>
            <a:ext cx="171630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b424cc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1C8DA4A-0ACB-5588-081D-BDB7A07B2F8A}"/>
              </a:ext>
            </a:extLst>
          </p:cNvPr>
          <p:cNvCxnSpPr>
            <a:cxnSpLocks/>
          </p:cNvCxnSpPr>
          <p:nvPr/>
        </p:nvCxnSpPr>
        <p:spPr>
          <a:xfrm>
            <a:off x="6623576" y="3260060"/>
            <a:ext cx="2405" cy="21374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A5B494C-311B-16D6-6DD3-9BC3F9B92998}"/>
              </a:ext>
            </a:extLst>
          </p:cNvPr>
          <p:cNvSpPr txBox="1"/>
          <p:nvPr/>
        </p:nvSpPr>
        <p:spPr>
          <a:xfrm>
            <a:off x="6624441" y="3234612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diff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840B7F-3815-FE1F-3BBE-AB7685212285}"/>
              </a:ext>
            </a:extLst>
          </p:cNvPr>
          <p:cNvSpPr txBox="1"/>
          <p:nvPr/>
        </p:nvSpPr>
        <p:spPr>
          <a:xfrm>
            <a:off x="9540366" y="3509225"/>
            <a:ext cx="1716304" cy="553998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b424cc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9131EB8-597B-44B7-3DAF-B01ACB28C719}"/>
              </a:ext>
            </a:extLst>
          </p:cNvPr>
          <p:cNvCxnSpPr>
            <a:cxnSpLocks/>
          </p:cNvCxnSpPr>
          <p:nvPr/>
        </p:nvCxnSpPr>
        <p:spPr>
          <a:xfrm>
            <a:off x="10295754" y="3239722"/>
            <a:ext cx="2405" cy="21374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0E3E7F8-E4E7-E572-7BAA-262ABC3D5F26}"/>
              </a:ext>
            </a:extLst>
          </p:cNvPr>
          <p:cNvCxnSpPr>
            <a:stCxn id="28" idx="3"/>
            <a:endCxn id="19" idx="1"/>
          </p:cNvCxnSpPr>
          <p:nvPr/>
        </p:nvCxnSpPr>
        <p:spPr>
          <a:xfrm>
            <a:off x="7608620" y="4544969"/>
            <a:ext cx="969455" cy="5392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57B5A8A-C031-BC7C-8AFE-5F0729160A57}"/>
              </a:ext>
            </a:extLst>
          </p:cNvPr>
          <p:cNvCxnSpPr>
            <a:cxnSpLocks/>
            <a:stCxn id="53" idx="3"/>
            <a:endCxn id="6" idx="1"/>
          </p:cNvCxnSpPr>
          <p:nvPr/>
        </p:nvCxnSpPr>
        <p:spPr>
          <a:xfrm flipV="1">
            <a:off x="7584492" y="3786224"/>
            <a:ext cx="1955874" cy="918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982A24F-696C-FAA3-663E-AE780F224F0C}"/>
              </a:ext>
            </a:extLst>
          </p:cNvPr>
          <p:cNvSpPr txBox="1"/>
          <p:nvPr/>
        </p:nvSpPr>
        <p:spPr>
          <a:xfrm>
            <a:off x="7846529" y="3358383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push</a:t>
            </a:r>
          </a:p>
        </p:txBody>
      </p:sp>
    </p:spTree>
    <p:extLst>
      <p:ext uri="{BB962C8B-B14F-4D97-AF65-F5344CB8AC3E}">
        <p14:creationId xmlns:p14="http://schemas.microsoft.com/office/powerpoint/2010/main" val="1161468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DC2FA-0BE5-2A7B-7658-C1103CD6D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remote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A6829-5ED7-4D0A-800E-464B081AE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566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53EED-187E-723B-3892-25FCEC7DF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E2C9EC-14CF-9677-F6BB-443663B7E22D}"/>
              </a:ext>
            </a:extLst>
          </p:cNvPr>
          <p:cNvGrpSpPr/>
          <p:nvPr/>
        </p:nvGrpSpPr>
        <p:grpSpPr>
          <a:xfrm>
            <a:off x="1527325" y="646568"/>
            <a:ext cx="9005852" cy="1641413"/>
            <a:chOff x="1527325" y="646568"/>
            <a:chExt cx="9005852" cy="164141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E7BE5CA-38AB-913F-217B-DF0ED4B9B664}"/>
                </a:ext>
              </a:extLst>
            </p:cNvPr>
            <p:cNvGrpSpPr/>
            <p:nvPr/>
          </p:nvGrpSpPr>
          <p:grpSpPr>
            <a:xfrm>
              <a:off x="1527325" y="646568"/>
              <a:ext cx="1371600" cy="1641413"/>
              <a:chOff x="1527325" y="646568"/>
              <a:chExt cx="1371600" cy="1641413"/>
            </a:xfrm>
          </p:grpSpPr>
          <p:pic>
            <p:nvPicPr>
              <p:cNvPr id="5" name="Graphic 4" descr="Folder outline">
                <a:extLst>
                  <a:ext uri="{FF2B5EF4-FFF2-40B4-BE49-F238E27FC236}">
                    <a16:creationId xmlns:a16="http://schemas.microsoft.com/office/drawing/2014/main" id="{F6C8C714-3DF0-7108-2D25-7A4D60C8C8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27325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A54B9E-08C8-183A-42A7-AF3DC4E64972}"/>
                  </a:ext>
                </a:extLst>
              </p:cNvPr>
              <p:cNvSpPr txBox="1"/>
              <p:nvPr/>
            </p:nvSpPr>
            <p:spPr>
              <a:xfrm>
                <a:off x="1560190" y="646568"/>
                <a:ext cx="1305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Workspace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B721F95-5564-0A57-B113-6AE72DEE49D2}"/>
                </a:ext>
              </a:extLst>
            </p:cNvPr>
            <p:cNvGrpSpPr/>
            <p:nvPr/>
          </p:nvGrpSpPr>
          <p:grpSpPr>
            <a:xfrm>
              <a:off x="4751506" y="646568"/>
              <a:ext cx="1846916" cy="1641413"/>
              <a:chOff x="5302429" y="646568"/>
              <a:chExt cx="1846916" cy="1641413"/>
            </a:xfrm>
          </p:grpSpPr>
          <p:pic>
            <p:nvPicPr>
              <p:cNvPr id="7" name="Graphic 6" descr="Database outline">
                <a:extLst>
                  <a:ext uri="{FF2B5EF4-FFF2-40B4-BE49-F238E27FC236}">
                    <a16:creationId xmlns:a16="http://schemas.microsoft.com/office/drawing/2014/main" id="{BACC088C-A61D-B64D-8034-B46A002F5C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540087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286B3E8-4A70-FD30-CA2D-864CF0CDF413}"/>
                  </a:ext>
                </a:extLst>
              </p:cNvPr>
              <p:cNvSpPr txBox="1"/>
              <p:nvPr/>
            </p:nvSpPr>
            <p:spPr>
              <a:xfrm>
                <a:off x="5302429" y="646568"/>
                <a:ext cx="18469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Local Repository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475E435-AA99-14C6-7841-FF41547B6A3F}"/>
                </a:ext>
              </a:extLst>
            </p:cNvPr>
            <p:cNvGrpSpPr/>
            <p:nvPr/>
          </p:nvGrpSpPr>
          <p:grpSpPr>
            <a:xfrm>
              <a:off x="8451004" y="646568"/>
              <a:ext cx="2082173" cy="1641413"/>
              <a:chOff x="8451004" y="646568"/>
              <a:chExt cx="2082173" cy="1641413"/>
            </a:xfrm>
          </p:grpSpPr>
          <p:pic>
            <p:nvPicPr>
              <p:cNvPr id="9" name="Graphic 8" descr="Database with solid fill">
                <a:extLst>
                  <a:ext uri="{FF2B5EF4-FFF2-40B4-BE49-F238E27FC236}">
                    <a16:creationId xmlns:a16="http://schemas.microsoft.com/office/drawing/2014/main" id="{B6928BDA-764D-C30B-60E3-9A80E6966C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806194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4CF80E0-1D62-18E0-E848-FEF0492FFEFF}"/>
                  </a:ext>
                </a:extLst>
              </p:cNvPr>
              <p:cNvSpPr txBox="1"/>
              <p:nvPr/>
            </p:nvSpPr>
            <p:spPr>
              <a:xfrm>
                <a:off x="8451004" y="646568"/>
                <a:ext cx="20821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Remote Repository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15FB275-C81E-60D6-AD2C-0CB4F054B921}"/>
              </a:ext>
            </a:extLst>
          </p:cNvPr>
          <p:cNvSpPr txBox="1"/>
          <p:nvPr/>
        </p:nvSpPr>
        <p:spPr>
          <a:xfrm>
            <a:off x="167641" y="48300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clone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2AEBAAD-F508-8134-7CBF-4F2EDFB284E6}"/>
              </a:ext>
            </a:extLst>
          </p:cNvPr>
          <p:cNvCxnSpPr>
            <a:cxnSpLocks/>
          </p:cNvCxnSpPr>
          <p:nvPr/>
        </p:nvCxnSpPr>
        <p:spPr>
          <a:xfrm flipV="1">
            <a:off x="9483142" y="2112976"/>
            <a:ext cx="0" cy="191637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F387535-A015-BB72-E9A4-8B73714384C3}"/>
              </a:ext>
            </a:extLst>
          </p:cNvPr>
          <p:cNvSpPr txBox="1"/>
          <p:nvPr/>
        </p:nvSpPr>
        <p:spPr>
          <a:xfrm>
            <a:off x="9615522" y="2525975"/>
            <a:ext cx="1711494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LICENSE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79D95C-4258-6258-27C0-8AD3EFA8199A}"/>
              </a:ext>
            </a:extLst>
          </p:cNvPr>
          <p:cNvSpPr txBox="1"/>
          <p:nvPr/>
        </p:nvSpPr>
        <p:spPr>
          <a:xfrm>
            <a:off x="8305429" y="1743644"/>
            <a:ext cx="736099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2582DDBA-52E4-A5D0-C782-77C9422BC06E}"/>
              </a:ext>
            </a:extLst>
          </p:cNvPr>
          <p:cNvCxnSpPr>
            <a:cxnSpLocks/>
            <a:stCxn id="19" idx="2"/>
          </p:cNvCxnSpPr>
          <p:nvPr/>
        </p:nvCxnSpPr>
        <p:spPr>
          <a:xfrm rot="16200000" flipH="1">
            <a:off x="8858140" y="1928314"/>
            <a:ext cx="572722" cy="942045"/>
          </a:xfrm>
          <a:prstGeom prst="curvedConnector2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Github Logo - Free social media icons">
            <a:extLst>
              <a:ext uri="{FF2B5EF4-FFF2-40B4-BE49-F238E27FC236}">
                <a16:creationId xmlns:a16="http://schemas.microsoft.com/office/drawing/2014/main" id="{AB1C0208-AF2E-0E35-1C57-1EB9CF7D5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2984" y="623720"/>
            <a:ext cx="436567" cy="43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C3C6E8D-BB6E-42DA-FCBD-42969402536A}"/>
              </a:ext>
            </a:extLst>
          </p:cNvPr>
          <p:cNvCxnSpPr>
            <a:cxnSpLocks/>
          </p:cNvCxnSpPr>
          <p:nvPr/>
        </p:nvCxnSpPr>
        <p:spPr>
          <a:xfrm flipV="1">
            <a:off x="5673142" y="2144505"/>
            <a:ext cx="0" cy="20057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F52F85E-9549-46BD-795C-949434C34F8D}"/>
              </a:ext>
            </a:extLst>
          </p:cNvPr>
          <p:cNvSpPr txBox="1"/>
          <p:nvPr/>
        </p:nvSpPr>
        <p:spPr>
          <a:xfrm>
            <a:off x="5866648" y="2558947"/>
            <a:ext cx="1711494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LICENSE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3C9F75-370A-96E9-C7A1-62EC7A0B2498}"/>
              </a:ext>
            </a:extLst>
          </p:cNvPr>
          <p:cNvSpPr txBox="1"/>
          <p:nvPr/>
        </p:nvSpPr>
        <p:spPr>
          <a:xfrm>
            <a:off x="6529747" y="1729525"/>
            <a:ext cx="736099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253A9007-B985-8E6D-89B1-2CA07A1BD72D}"/>
              </a:ext>
            </a:extLst>
          </p:cNvPr>
          <p:cNvCxnSpPr>
            <a:cxnSpLocks/>
            <a:stCxn id="28" idx="2"/>
            <a:endCxn id="27" idx="0"/>
          </p:cNvCxnSpPr>
          <p:nvPr/>
        </p:nvCxnSpPr>
        <p:spPr>
          <a:xfrm rot="5400000">
            <a:off x="6580051" y="2241201"/>
            <a:ext cx="460090" cy="175402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C4DA1C7-88AF-1C73-58C3-42DE87C125CC}"/>
              </a:ext>
            </a:extLst>
          </p:cNvPr>
          <p:cNvCxnSpPr>
            <a:cxnSpLocks/>
            <a:stCxn id="28" idx="3"/>
            <a:endCxn id="19" idx="1"/>
          </p:cNvCxnSpPr>
          <p:nvPr/>
        </p:nvCxnSpPr>
        <p:spPr>
          <a:xfrm>
            <a:off x="7265846" y="1914191"/>
            <a:ext cx="1039583" cy="14119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6A739D9-1C69-6F22-CA39-DFD725AA175C}"/>
              </a:ext>
            </a:extLst>
          </p:cNvPr>
          <p:cNvCxnSpPr>
            <a:cxnSpLocks/>
          </p:cNvCxnSpPr>
          <p:nvPr/>
        </p:nvCxnSpPr>
        <p:spPr>
          <a:xfrm flipV="1">
            <a:off x="2213125" y="1993695"/>
            <a:ext cx="0" cy="20057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D0D194F-8577-819E-0F28-35D7ED6D9DB4}"/>
              </a:ext>
            </a:extLst>
          </p:cNvPr>
          <p:cNvCxnSpPr>
            <a:cxnSpLocks/>
          </p:cNvCxnSpPr>
          <p:nvPr/>
        </p:nvCxnSpPr>
        <p:spPr>
          <a:xfrm flipH="1">
            <a:off x="2375338" y="2885235"/>
            <a:ext cx="3491310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228A7AB-AF08-E383-38B3-BA64442DEBA6}"/>
              </a:ext>
            </a:extLst>
          </p:cNvPr>
          <p:cNvSpPr txBox="1"/>
          <p:nvPr/>
        </p:nvSpPr>
        <p:spPr>
          <a:xfrm>
            <a:off x="1197090" y="2685696"/>
            <a:ext cx="1178248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LICENSE</a:t>
            </a:r>
          </a:p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0BADE92-9C92-26A6-A618-F9ECB376FD94}"/>
              </a:ext>
            </a:extLst>
          </p:cNvPr>
          <p:cNvCxnSpPr>
            <a:cxnSpLocks/>
          </p:cNvCxnSpPr>
          <p:nvPr/>
        </p:nvCxnSpPr>
        <p:spPr>
          <a:xfrm flipH="1" flipV="1">
            <a:off x="7578142" y="2885235"/>
            <a:ext cx="2000534" cy="15839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07101DA-DCC6-94B3-404A-B71C8D093ED9}"/>
              </a:ext>
            </a:extLst>
          </p:cNvPr>
          <p:cNvSpPr txBox="1"/>
          <p:nvPr/>
        </p:nvSpPr>
        <p:spPr>
          <a:xfrm>
            <a:off x="7771647" y="2501727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clone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A3BF02-8672-C05A-01EA-E7BFB0D242E5}"/>
              </a:ext>
            </a:extLst>
          </p:cNvPr>
          <p:cNvSpPr txBox="1"/>
          <p:nvPr/>
        </p:nvSpPr>
        <p:spPr>
          <a:xfrm>
            <a:off x="3371190" y="2488610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clone</a:t>
            </a:r>
          </a:p>
        </p:txBody>
      </p: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D5E94B05-FE7F-066F-2DA3-B61510AF162F}"/>
              </a:ext>
            </a:extLst>
          </p:cNvPr>
          <p:cNvGrpSpPr/>
          <p:nvPr/>
        </p:nvGrpSpPr>
        <p:grpSpPr>
          <a:xfrm>
            <a:off x="882600" y="4680799"/>
            <a:ext cx="5922584" cy="1567887"/>
            <a:chOff x="882600" y="4680799"/>
            <a:chExt cx="5922584" cy="156788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EC28B70-D817-52D0-AB70-2AC605379DFC}"/>
                </a:ext>
              </a:extLst>
            </p:cNvPr>
            <p:cNvSpPr txBox="1"/>
            <p:nvPr/>
          </p:nvSpPr>
          <p:spPr>
            <a:xfrm>
              <a:off x="986988" y="5106822"/>
              <a:ext cx="736099" cy="369332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F239AC45-9716-B85F-3FF4-B49AF70D3488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>
              <a:off x="1723087" y="5291488"/>
              <a:ext cx="652251" cy="0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56DF393-0E06-59CD-FDA6-1A7D507DF88D}"/>
                </a:ext>
              </a:extLst>
            </p:cNvPr>
            <p:cNvSpPr txBox="1"/>
            <p:nvPr/>
          </p:nvSpPr>
          <p:spPr>
            <a:xfrm>
              <a:off x="986988" y="5582522"/>
              <a:ext cx="736099" cy="369332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C586CAF9-82AD-81FE-66B0-D6F743FB9AD4}"/>
                </a:ext>
              </a:extLst>
            </p:cNvPr>
            <p:cNvCxnSpPr>
              <a:cxnSpLocks/>
              <a:stCxn id="43" idx="3"/>
            </p:cNvCxnSpPr>
            <p:nvPr/>
          </p:nvCxnSpPr>
          <p:spPr>
            <a:xfrm>
              <a:off x="1723087" y="5767188"/>
              <a:ext cx="652251" cy="0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23B8768-DF98-7E14-8F3B-CC2F566D5908}"/>
                </a:ext>
              </a:extLst>
            </p:cNvPr>
            <p:cNvSpPr txBox="1"/>
            <p:nvPr/>
          </p:nvSpPr>
          <p:spPr>
            <a:xfrm>
              <a:off x="2459186" y="5106822"/>
              <a:ext cx="1710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Remote branch</a:t>
              </a:r>
            </a:p>
          </p:txBody>
        </p:sp>
        <p:cxnSp>
          <p:nvCxnSpPr>
            <p:cNvPr id="62" name="Curved Connector 61">
              <a:extLst>
                <a:ext uri="{FF2B5EF4-FFF2-40B4-BE49-F238E27FC236}">
                  <a16:creationId xmlns:a16="http://schemas.microsoft.com/office/drawing/2014/main" id="{B7AF94EC-2F8D-486E-D1C5-6E24CA2935D0}"/>
                </a:ext>
              </a:extLst>
            </p:cNvPr>
            <p:cNvCxnSpPr>
              <a:cxnSpLocks/>
              <a:stCxn id="43" idx="2"/>
            </p:cNvCxnSpPr>
            <p:nvPr/>
          </p:nvCxnSpPr>
          <p:spPr>
            <a:xfrm rot="5400000">
              <a:off x="1127648" y="6021296"/>
              <a:ext cx="296833" cy="157948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49342452-1750-588D-76D1-FBAC06618FC2}"/>
                </a:ext>
              </a:extLst>
            </p:cNvPr>
            <p:cNvSpPr txBox="1"/>
            <p:nvPr/>
          </p:nvSpPr>
          <p:spPr>
            <a:xfrm>
              <a:off x="2459186" y="5582521"/>
              <a:ext cx="43459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Local branch with remote-tracking branch</a:t>
              </a:r>
            </a:p>
          </p:txBody>
        </p:sp>
        <p:sp>
          <p:nvSpPr>
            <p:cNvPr id="1028" name="TextBox 1027">
              <a:extLst>
                <a:ext uri="{FF2B5EF4-FFF2-40B4-BE49-F238E27FC236}">
                  <a16:creationId xmlns:a16="http://schemas.microsoft.com/office/drawing/2014/main" id="{57534C62-92D7-2E3F-BEB8-BCFB1BCED78C}"/>
                </a:ext>
              </a:extLst>
            </p:cNvPr>
            <p:cNvSpPr txBox="1"/>
            <p:nvPr/>
          </p:nvSpPr>
          <p:spPr>
            <a:xfrm>
              <a:off x="882600" y="4680799"/>
              <a:ext cx="9448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Legend</a:t>
              </a:r>
            </a:p>
          </p:txBody>
        </p:sp>
      </p:grpSp>
      <p:sp>
        <p:nvSpPr>
          <p:cNvPr id="1031" name="TextBox 1030">
            <a:extLst>
              <a:ext uri="{FF2B5EF4-FFF2-40B4-BE49-F238E27FC236}">
                <a16:creationId xmlns:a16="http://schemas.microsoft.com/office/drawing/2014/main" id="{ABB54B3E-2F58-525A-2FC4-DA980EEA914F}"/>
              </a:ext>
            </a:extLst>
          </p:cNvPr>
          <p:cNvSpPr txBox="1"/>
          <p:nvPr/>
        </p:nvSpPr>
        <p:spPr>
          <a:xfrm>
            <a:off x="1560190" y="1379948"/>
            <a:ext cx="1132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LICENSE</a:t>
            </a:r>
          </a:p>
          <a:p>
            <a:pPr algn="r"/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682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8AEED-9357-0070-D9E3-8F6C22A55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926B2B08-4C58-4139-EF7D-6B39AA0FB6A4}"/>
              </a:ext>
            </a:extLst>
          </p:cNvPr>
          <p:cNvGrpSpPr/>
          <p:nvPr/>
        </p:nvGrpSpPr>
        <p:grpSpPr>
          <a:xfrm>
            <a:off x="1527325" y="646568"/>
            <a:ext cx="9005852" cy="1641413"/>
            <a:chOff x="1527325" y="646568"/>
            <a:chExt cx="9005852" cy="164141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F499816-E052-F5A3-F43B-19D0550D9C0A}"/>
                </a:ext>
              </a:extLst>
            </p:cNvPr>
            <p:cNvGrpSpPr/>
            <p:nvPr/>
          </p:nvGrpSpPr>
          <p:grpSpPr>
            <a:xfrm>
              <a:off x="1527325" y="646568"/>
              <a:ext cx="1371600" cy="1641413"/>
              <a:chOff x="1527325" y="646568"/>
              <a:chExt cx="1371600" cy="1641413"/>
            </a:xfrm>
          </p:grpSpPr>
          <p:pic>
            <p:nvPicPr>
              <p:cNvPr id="5" name="Graphic 4" descr="Folder outline">
                <a:extLst>
                  <a:ext uri="{FF2B5EF4-FFF2-40B4-BE49-F238E27FC236}">
                    <a16:creationId xmlns:a16="http://schemas.microsoft.com/office/drawing/2014/main" id="{A523C0DC-E9D6-DB4E-D2A6-61026F6B9B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27325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538F94-EE35-2650-7F1E-1F3B33F37315}"/>
                  </a:ext>
                </a:extLst>
              </p:cNvPr>
              <p:cNvSpPr txBox="1"/>
              <p:nvPr/>
            </p:nvSpPr>
            <p:spPr>
              <a:xfrm>
                <a:off x="1560190" y="646568"/>
                <a:ext cx="1305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Workspace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BF8F90E-4ACC-309D-C294-6866CAEC1A2B}"/>
                </a:ext>
              </a:extLst>
            </p:cNvPr>
            <p:cNvGrpSpPr/>
            <p:nvPr/>
          </p:nvGrpSpPr>
          <p:grpSpPr>
            <a:xfrm>
              <a:off x="4751506" y="646568"/>
              <a:ext cx="1846916" cy="1641413"/>
              <a:chOff x="5302429" y="646568"/>
              <a:chExt cx="1846916" cy="1641413"/>
            </a:xfrm>
          </p:grpSpPr>
          <p:pic>
            <p:nvPicPr>
              <p:cNvPr id="7" name="Graphic 6" descr="Database outline">
                <a:extLst>
                  <a:ext uri="{FF2B5EF4-FFF2-40B4-BE49-F238E27FC236}">
                    <a16:creationId xmlns:a16="http://schemas.microsoft.com/office/drawing/2014/main" id="{39C360E0-375B-EA24-004B-F254639E81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540087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8C29A85-2E72-D919-7F75-0BE9B9116E8A}"/>
                  </a:ext>
                </a:extLst>
              </p:cNvPr>
              <p:cNvSpPr txBox="1"/>
              <p:nvPr/>
            </p:nvSpPr>
            <p:spPr>
              <a:xfrm>
                <a:off x="5302429" y="646568"/>
                <a:ext cx="18469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Local Repository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F8FF11D-F416-D2EE-BCEC-CFAD89BEB9D5}"/>
                </a:ext>
              </a:extLst>
            </p:cNvPr>
            <p:cNvGrpSpPr/>
            <p:nvPr/>
          </p:nvGrpSpPr>
          <p:grpSpPr>
            <a:xfrm>
              <a:off x="8451004" y="646568"/>
              <a:ext cx="2082173" cy="1641413"/>
              <a:chOff x="8451004" y="646568"/>
              <a:chExt cx="2082173" cy="1641413"/>
            </a:xfrm>
          </p:grpSpPr>
          <p:pic>
            <p:nvPicPr>
              <p:cNvPr id="9" name="Graphic 8" descr="Database with solid fill">
                <a:extLst>
                  <a:ext uri="{FF2B5EF4-FFF2-40B4-BE49-F238E27FC236}">
                    <a16:creationId xmlns:a16="http://schemas.microsoft.com/office/drawing/2014/main" id="{866F6D26-1726-B72A-1FA8-5C4F55FF0E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806194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A49390-23A2-6C27-D95E-F33CA249D961}"/>
                  </a:ext>
                </a:extLst>
              </p:cNvPr>
              <p:cNvSpPr txBox="1"/>
              <p:nvPr/>
            </p:nvSpPr>
            <p:spPr>
              <a:xfrm>
                <a:off x="8451004" y="646568"/>
                <a:ext cx="20821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Remote Repository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0390807-5E24-0AEF-4CCE-17F64930EE8E}"/>
              </a:ext>
            </a:extLst>
          </p:cNvPr>
          <p:cNvSpPr txBox="1"/>
          <p:nvPr/>
        </p:nvSpPr>
        <p:spPr>
          <a:xfrm>
            <a:off x="167641" y="48300"/>
            <a:ext cx="234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local – new version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4FF25D-4349-1A4A-AFD2-775EE97CC654}"/>
              </a:ext>
            </a:extLst>
          </p:cNvPr>
          <p:cNvCxnSpPr>
            <a:cxnSpLocks/>
          </p:cNvCxnSpPr>
          <p:nvPr/>
        </p:nvCxnSpPr>
        <p:spPr>
          <a:xfrm flipV="1">
            <a:off x="9483142" y="2112976"/>
            <a:ext cx="0" cy="191637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325E46B-39FC-37C2-7065-ABCA290F80AE}"/>
              </a:ext>
            </a:extLst>
          </p:cNvPr>
          <p:cNvSpPr txBox="1"/>
          <p:nvPr/>
        </p:nvSpPr>
        <p:spPr>
          <a:xfrm>
            <a:off x="9615522" y="2525975"/>
            <a:ext cx="1711494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LICENSE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C011D2-92B6-2DE0-87D4-8F5A2361F205}"/>
              </a:ext>
            </a:extLst>
          </p:cNvPr>
          <p:cNvSpPr txBox="1"/>
          <p:nvPr/>
        </p:nvSpPr>
        <p:spPr>
          <a:xfrm>
            <a:off x="8510686" y="2386149"/>
            <a:ext cx="736099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05AA7A4D-AA29-77AF-AA33-1631C9926895}"/>
              </a:ext>
            </a:extLst>
          </p:cNvPr>
          <p:cNvCxnSpPr>
            <a:cxnSpLocks/>
            <a:stCxn id="19" idx="2"/>
            <a:endCxn id="4" idx="1"/>
          </p:cNvCxnSpPr>
          <p:nvPr/>
        </p:nvCxnSpPr>
        <p:spPr>
          <a:xfrm rot="16200000" flipH="1">
            <a:off x="9177216" y="2457001"/>
            <a:ext cx="139826" cy="736786"/>
          </a:xfrm>
          <a:prstGeom prst="curvedConnector2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Github Logo - Free social media icons">
            <a:extLst>
              <a:ext uri="{FF2B5EF4-FFF2-40B4-BE49-F238E27FC236}">
                <a16:creationId xmlns:a16="http://schemas.microsoft.com/office/drawing/2014/main" id="{53D887B3-A6FC-E938-34A2-3B6209E9C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2984" y="623720"/>
            <a:ext cx="436567" cy="43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3E4F877-3F76-F40F-469F-34BEB9998EF8}"/>
              </a:ext>
            </a:extLst>
          </p:cNvPr>
          <p:cNvCxnSpPr>
            <a:cxnSpLocks/>
          </p:cNvCxnSpPr>
          <p:nvPr/>
        </p:nvCxnSpPr>
        <p:spPr>
          <a:xfrm flipV="1">
            <a:off x="5673142" y="2144505"/>
            <a:ext cx="0" cy="20057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EA7F3F4-A8CC-540F-675C-61AC69D6E2AC}"/>
              </a:ext>
            </a:extLst>
          </p:cNvPr>
          <p:cNvSpPr txBox="1"/>
          <p:nvPr/>
        </p:nvSpPr>
        <p:spPr>
          <a:xfrm>
            <a:off x="5866648" y="2546421"/>
            <a:ext cx="1711494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LICENSE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0A3D7E-44F8-8290-2770-75C912924186}"/>
              </a:ext>
            </a:extLst>
          </p:cNvPr>
          <p:cNvSpPr txBox="1"/>
          <p:nvPr/>
        </p:nvSpPr>
        <p:spPr>
          <a:xfrm>
            <a:off x="7376894" y="4347090"/>
            <a:ext cx="736099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EF88AD0A-801B-B394-2086-E790CD44244F}"/>
              </a:ext>
            </a:extLst>
          </p:cNvPr>
          <p:cNvCxnSpPr>
            <a:cxnSpLocks/>
            <a:stCxn id="28" idx="1"/>
            <a:endCxn id="30" idx="2"/>
          </p:cNvCxnSpPr>
          <p:nvPr/>
        </p:nvCxnSpPr>
        <p:spPr>
          <a:xfrm rot="10800000">
            <a:off x="6706646" y="4076124"/>
            <a:ext cx="670248" cy="455632"/>
          </a:xfrm>
          <a:prstGeom prst="curvedConnector2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B5E8847-F0CF-4013-E8E6-02D972B07809}"/>
              </a:ext>
            </a:extLst>
          </p:cNvPr>
          <p:cNvCxnSpPr>
            <a:cxnSpLocks/>
          </p:cNvCxnSpPr>
          <p:nvPr/>
        </p:nvCxnSpPr>
        <p:spPr>
          <a:xfrm flipV="1">
            <a:off x="2213125" y="1993695"/>
            <a:ext cx="0" cy="20057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FECEBB6-75C2-B85F-2B78-C86AA917E7C7}"/>
              </a:ext>
            </a:extLst>
          </p:cNvPr>
          <p:cNvSpPr txBox="1"/>
          <p:nvPr/>
        </p:nvSpPr>
        <p:spPr>
          <a:xfrm>
            <a:off x="1197090" y="3650198"/>
            <a:ext cx="1178248" cy="27699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926D6739-5C6D-A13A-8D35-F12AE7151E9B}"/>
              </a:ext>
            </a:extLst>
          </p:cNvPr>
          <p:cNvGrpSpPr/>
          <p:nvPr/>
        </p:nvGrpSpPr>
        <p:grpSpPr>
          <a:xfrm>
            <a:off x="882600" y="4680799"/>
            <a:ext cx="5922584" cy="1567887"/>
            <a:chOff x="882600" y="4680799"/>
            <a:chExt cx="5922584" cy="156788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77138B6-33E9-12E3-275D-852E5BF65969}"/>
                </a:ext>
              </a:extLst>
            </p:cNvPr>
            <p:cNvSpPr txBox="1"/>
            <p:nvPr/>
          </p:nvSpPr>
          <p:spPr>
            <a:xfrm>
              <a:off x="986988" y="5106822"/>
              <a:ext cx="736099" cy="369332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161DF67-97BA-20F7-1D16-C001ECAE166B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>
              <a:off x="1723087" y="5291488"/>
              <a:ext cx="652251" cy="0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3AD4E41-547F-328C-D6C9-5D3E8BE71DB6}"/>
                </a:ext>
              </a:extLst>
            </p:cNvPr>
            <p:cNvSpPr txBox="1"/>
            <p:nvPr/>
          </p:nvSpPr>
          <p:spPr>
            <a:xfrm>
              <a:off x="986988" y="5582522"/>
              <a:ext cx="736099" cy="369332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AEDB964-6510-9E62-8BD6-1E697FC96184}"/>
                </a:ext>
              </a:extLst>
            </p:cNvPr>
            <p:cNvCxnSpPr>
              <a:cxnSpLocks/>
              <a:stCxn id="43" idx="3"/>
            </p:cNvCxnSpPr>
            <p:nvPr/>
          </p:nvCxnSpPr>
          <p:spPr>
            <a:xfrm>
              <a:off x="1723087" y="5767188"/>
              <a:ext cx="652251" cy="0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39CC040-4742-2738-E152-85A75E1BCDDD}"/>
                </a:ext>
              </a:extLst>
            </p:cNvPr>
            <p:cNvSpPr txBox="1"/>
            <p:nvPr/>
          </p:nvSpPr>
          <p:spPr>
            <a:xfrm>
              <a:off x="2459186" y="5106822"/>
              <a:ext cx="1710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Remote branch</a:t>
              </a:r>
            </a:p>
          </p:txBody>
        </p:sp>
        <p:cxnSp>
          <p:nvCxnSpPr>
            <p:cNvPr id="62" name="Curved Connector 61">
              <a:extLst>
                <a:ext uri="{FF2B5EF4-FFF2-40B4-BE49-F238E27FC236}">
                  <a16:creationId xmlns:a16="http://schemas.microsoft.com/office/drawing/2014/main" id="{BA45ACCE-D7A0-67C9-5D3C-89CC38937736}"/>
                </a:ext>
              </a:extLst>
            </p:cNvPr>
            <p:cNvCxnSpPr>
              <a:cxnSpLocks/>
              <a:stCxn id="43" idx="2"/>
            </p:cNvCxnSpPr>
            <p:nvPr/>
          </p:nvCxnSpPr>
          <p:spPr>
            <a:xfrm rot="5400000">
              <a:off x="1127648" y="6021296"/>
              <a:ext cx="296833" cy="157948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C3AABA74-F3AE-BDAC-FE4C-E28EAD274B20}"/>
                </a:ext>
              </a:extLst>
            </p:cNvPr>
            <p:cNvSpPr txBox="1"/>
            <p:nvPr/>
          </p:nvSpPr>
          <p:spPr>
            <a:xfrm>
              <a:off x="2459186" y="5582521"/>
              <a:ext cx="43459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Local branch with remote-tracking branch</a:t>
              </a:r>
            </a:p>
          </p:txBody>
        </p:sp>
        <p:sp>
          <p:nvSpPr>
            <p:cNvPr id="1028" name="TextBox 1027">
              <a:extLst>
                <a:ext uri="{FF2B5EF4-FFF2-40B4-BE49-F238E27FC236}">
                  <a16:creationId xmlns:a16="http://schemas.microsoft.com/office/drawing/2014/main" id="{DA3A8CAD-3CFE-B038-FF3A-0B8F01839860}"/>
                </a:ext>
              </a:extLst>
            </p:cNvPr>
            <p:cNvSpPr txBox="1"/>
            <p:nvPr/>
          </p:nvSpPr>
          <p:spPr>
            <a:xfrm>
              <a:off x="882600" y="4680799"/>
              <a:ext cx="9448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Legend</a:t>
              </a:r>
            </a:p>
          </p:txBody>
        </p:sp>
      </p:grpSp>
      <p:sp>
        <p:nvSpPr>
          <p:cNvPr id="1031" name="TextBox 1030">
            <a:extLst>
              <a:ext uri="{FF2B5EF4-FFF2-40B4-BE49-F238E27FC236}">
                <a16:creationId xmlns:a16="http://schemas.microsoft.com/office/drawing/2014/main" id="{C17A0CDC-4FE0-DD88-9836-EB363BE612B2}"/>
              </a:ext>
            </a:extLst>
          </p:cNvPr>
          <p:cNvSpPr txBox="1"/>
          <p:nvPr/>
        </p:nvSpPr>
        <p:spPr>
          <a:xfrm>
            <a:off x="1560190" y="1379948"/>
            <a:ext cx="1132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LICENSE</a:t>
            </a:r>
          </a:p>
          <a:p>
            <a:pPr algn="r"/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C9295F-0A93-3739-DDD7-2C4DCADE078D}"/>
              </a:ext>
            </a:extLst>
          </p:cNvPr>
          <p:cNvSpPr txBox="1"/>
          <p:nvPr/>
        </p:nvSpPr>
        <p:spPr>
          <a:xfrm>
            <a:off x="1233436" y="3637710"/>
            <a:ext cx="292068" cy="3706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980"/>
              </a:lnSpc>
            </a:pPr>
            <a:r>
              <a:rPr 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</a:p>
          <a:p>
            <a:pPr>
              <a:lnSpc>
                <a:spcPts val="980"/>
              </a:lnSpc>
            </a:pPr>
            <a:r>
              <a:rPr 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FD9C46E-F870-6B78-B36B-FF97CA603F3C}"/>
              </a:ext>
            </a:extLst>
          </p:cNvPr>
          <p:cNvCxnSpPr>
            <a:cxnSpLocks/>
            <a:stCxn id="47" idx="3"/>
            <a:endCxn id="30" idx="1"/>
          </p:cNvCxnSpPr>
          <p:nvPr/>
        </p:nvCxnSpPr>
        <p:spPr>
          <a:xfrm>
            <a:off x="2375338" y="3788698"/>
            <a:ext cx="3473156" cy="1042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239057E-42C9-69F0-A0CB-912AFE9E2989}"/>
              </a:ext>
            </a:extLst>
          </p:cNvPr>
          <p:cNvCxnSpPr>
            <a:cxnSpLocks/>
          </p:cNvCxnSpPr>
          <p:nvPr/>
        </p:nvCxnSpPr>
        <p:spPr>
          <a:xfrm flipH="1">
            <a:off x="6697987" y="3275323"/>
            <a:ext cx="6254" cy="25155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14BC94B-A4F8-4433-BF62-BE3BC0E3E8B9}"/>
              </a:ext>
            </a:extLst>
          </p:cNvPr>
          <p:cNvSpPr txBox="1"/>
          <p:nvPr/>
        </p:nvSpPr>
        <p:spPr>
          <a:xfrm>
            <a:off x="6755210" y="3249875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diff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1D73AB-2DD1-D30B-D019-E71029FD5D48}"/>
              </a:ext>
            </a:extLst>
          </p:cNvPr>
          <p:cNvSpPr txBox="1"/>
          <p:nvPr/>
        </p:nvSpPr>
        <p:spPr>
          <a:xfrm>
            <a:off x="5848494" y="3522126"/>
            <a:ext cx="1716304" cy="553998"/>
          </a:xfrm>
          <a:prstGeom prst="rect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b424cc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0483ABA-EF9C-1F66-E599-1279DE82EF5B}"/>
              </a:ext>
            </a:extLst>
          </p:cNvPr>
          <p:cNvSpPr txBox="1"/>
          <p:nvPr/>
        </p:nvSpPr>
        <p:spPr>
          <a:xfrm>
            <a:off x="3146555" y="3453044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 + commit</a:t>
            </a:r>
          </a:p>
        </p:txBody>
      </p: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6C655985-FF05-9562-7A52-472E72FA9D44}"/>
              </a:ext>
            </a:extLst>
          </p:cNvPr>
          <p:cNvCxnSpPr>
            <a:cxnSpLocks/>
            <a:stCxn id="28" idx="3"/>
            <a:endCxn id="19" idx="1"/>
          </p:cNvCxnSpPr>
          <p:nvPr/>
        </p:nvCxnSpPr>
        <p:spPr>
          <a:xfrm flipV="1">
            <a:off x="8112993" y="2570815"/>
            <a:ext cx="397693" cy="1960941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877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B940F-7F81-23E5-F9B5-91AF59F41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B1183D2F-6B4A-74D3-C6C4-A098DD4854BA}"/>
              </a:ext>
            </a:extLst>
          </p:cNvPr>
          <p:cNvGrpSpPr/>
          <p:nvPr/>
        </p:nvGrpSpPr>
        <p:grpSpPr>
          <a:xfrm>
            <a:off x="1527325" y="646568"/>
            <a:ext cx="9005852" cy="1641413"/>
            <a:chOff x="1527325" y="646568"/>
            <a:chExt cx="9005852" cy="164141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E8D7456-CD72-F779-3BBA-3B607BE9B4FF}"/>
                </a:ext>
              </a:extLst>
            </p:cNvPr>
            <p:cNvGrpSpPr/>
            <p:nvPr/>
          </p:nvGrpSpPr>
          <p:grpSpPr>
            <a:xfrm>
              <a:off x="1527325" y="646568"/>
              <a:ext cx="1371600" cy="1641413"/>
              <a:chOff x="1527325" y="646568"/>
              <a:chExt cx="1371600" cy="1641413"/>
            </a:xfrm>
          </p:grpSpPr>
          <p:pic>
            <p:nvPicPr>
              <p:cNvPr id="5" name="Graphic 4" descr="Folder outline">
                <a:extLst>
                  <a:ext uri="{FF2B5EF4-FFF2-40B4-BE49-F238E27FC236}">
                    <a16:creationId xmlns:a16="http://schemas.microsoft.com/office/drawing/2014/main" id="{B2C1A436-4243-01F1-3C72-D7A0AB755E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27325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4854E1-F3F8-C4CD-2032-D3C807BC220A}"/>
                  </a:ext>
                </a:extLst>
              </p:cNvPr>
              <p:cNvSpPr txBox="1"/>
              <p:nvPr/>
            </p:nvSpPr>
            <p:spPr>
              <a:xfrm>
                <a:off x="1560190" y="646568"/>
                <a:ext cx="1305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Workspace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D22F561-95A7-8F9A-7FE7-630E7ABA7BFB}"/>
                </a:ext>
              </a:extLst>
            </p:cNvPr>
            <p:cNvGrpSpPr/>
            <p:nvPr/>
          </p:nvGrpSpPr>
          <p:grpSpPr>
            <a:xfrm>
              <a:off x="4751506" y="646568"/>
              <a:ext cx="1846916" cy="1641413"/>
              <a:chOff x="5302429" y="646568"/>
              <a:chExt cx="1846916" cy="1641413"/>
            </a:xfrm>
          </p:grpSpPr>
          <p:pic>
            <p:nvPicPr>
              <p:cNvPr id="7" name="Graphic 6" descr="Database outline">
                <a:extLst>
                  <a:ext uri="{FF2B5EF4-FFF2-40B4-BE49-F238E27FC236}">
                    <a16:creationId xmlns:a16="http://schemas.microsoft.com/office/drawing/2014/main" id="{F307D0D9-85DE-EA95-0B93-CE19A25051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540087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D413A3B-B33C-F344-3FBB-E16FF2916660}"/>
                  </a:ext>
                </a:extLst>
              </p:cNvPr>
              <p:cNvSpPr txBox="1"/>
              <p:nvPr/>
            </p:nvSpPr>
            <p:spPr>
              <a:xfrm>
                <a:off x="5302429" y="646568"/>
                <a:ext cx="18469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Local Repository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DD571C6-7B09-1FA7-AEAC-A28D7DEDE368}"/>
                </a:ext>
              </a:extLst>
            </p:cNvPr>
            <p:cNvGrpSpPr/>
            <p:nvPr/>
          </p:nvGrpSpPr>
          <p:grpSpPr>
            <a:xfrm>
              <a:off x="8451004" y="646568"/>
              <a:ext cx="2082173" cy="1641413"/>
              <a:chOff x="8451004" y="646568"/>
              <a:chExt cx="2082173" cy="1641413"/>
            </a:xfrm>
          </p:grpSpPr>
          <p:pic>
            <p:nvPicPr>
              <p:cNvPr id="9" name="Graphic 8" descr="Database with solid fill">
                <a:extLst>
                  <a:ext uri="{FF2B5EF4-FFF2-40B4-BE49-F238E27FC236}">
                    <a16:creationId xmlns:a16="http://schemas.microsoft.com/office/drawing/2014/main" id="{2882D69B-3A05-13D5-5CFD-5B75DB33F9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806194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49E6EC-F499-AAE0-A1F7-682CD829E351}"/>
                  </a:ext>
                </a:extLst>
              </p:cNvPr>
              <p:cNvSpPr txBox="1"/>
              <p:nvPr/>
            </p:nvSpPr>
            <p:spPr>
              <a:xfrm>
                <a:off x="8451004" y="646568"/>
                <a:ext cx="20821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Remote Repository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4ECCB7F-229B-178A-D780-2FE01415B3F9}"/>
              </a:ext>
            </a:extLst>
          </p:cNvPr>
          <p:cNvSpPr txBox="1"/>
          <p:nvPr/>
        </p:nvSpPr>
        <p:spPr>
          <a:xfrm>
            <a:off x="10937751" y="6357660"/>
            <a:ext cx="970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git push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AF4F032-5BAF-A423-E2A9-0B95DA897198}"/>
              </a:ext>
            </a:extLst>
          </p:cNvPr>
          <p:cNvCxnSpPr>
            <a:cxnSpLocks/>
          </p:cNvCxnSpPr>
          <p:nvPr/>
        </p:nvCxnSpPr>
        <p:spPr>
          <a:xfrm flipV="1">
            <a:off x="9483142" y="2112976"/>
            <a:ext cx="0" cy="191637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693DA5-769E-5A79-210C-0B82FACC60A2}"/>
              </a:ext>
            </a:extLst>
          </p:cNvPr>
          <p:cNvSpPr txBox="1"/>
          <p:nvPr/>
        </p:nvSpPr>
        <p:spPr>
          <a:xfrm>
            <a:off x="9615522" y="2525975"/>
            <a:ext cx="1711494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LICENSE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B1E7A6-EE60-6DFA-2FD6-1ED55C46CDA4}"/>
              </a:ext>
            </a:extLst>
          </p:cNvPr>
          <p:cNvSpPr txBox="1"/>
          <p:nvPr/>
        </p:nvSpPr>
        <p:spPr>
          <a:xfrm>
            <a:off x="9061831" y="4392701"/>
            <a:ext cx="736099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pic>
        <p:nvPicPr>
          <p:cNvPr id="1026" name="Picture 2" descr="Github Logo - Free social media icons">
            <a:extLst>
              <a:ext uri="{FF2B5EF4-FFF2-40B4-BE49-F238E27FC236}">
                <a16:creationId xmlns:a16="http://schemas.microsoft.com/office/drawing/2014/main" id="{68FE0CDE-F5B9-8CB1-21B4-3AC281246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2984" y="623720"/>
            <a:ext cx="436567" cy="43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D08264B-E1E6-2719-83E2-B277FE7F7A70}"/>
              </a:ext>
            </a:extLst>
          </p:cNvPr>
          <p:cNvCxnSpPr>
            <a:cxnSpLocks/>
          </p:cNvCxnSpPr>
          <p:nvPr/>
        </p:nvCxnSpPr>
        <p:spPr>
          <a:xfrm flipV="1">
            <a:off x="5673142" y="2144505"/>
            <a:ext cx="0" cy="20057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5A29FD0-F257-F088-230F-42426984B418}"/>
              </a:ext>
            </a:extLst>
          </p:cNvPr>
          <p:cNvSpPr txBox="1"/>
          <p:nvPr/>
        </p:nvSpPr>
        <p:spPr>
          <a:xfrm>
            <a:off x="5866648" y="2525975"/>
            <a:ext cx="1711494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LICENSE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B43239-4788-80DD-F643-6CF659FF42F2}"/>
              </a:ext>
            </a:extLst>
          </p:cNvPr>
          <p:cNvSpPr txBox="1"/>
          <p:nvPr/>
        </p:nvSpPr>
        <p:spPr>
          <a:xfrm>
            <a:off x="7287706" y="4347090"/>
            <a:ext cx="736099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59937348-8F2E-C3E1-17E9-C46FACA5D42C}"/>
              </a:ext>
            </a:extLst>
          </p:cNvPr>
          <p:cNvCxnSpPr>
            <a:cxnSpLocks/>
            <a:stCxn id="28" idx="1"/>
            <a:endCxn id="30" idx="2"/>
          </p:cNvCxnSpPr>
          <p:nvPr/>
        </p:nvCxnSpPr>
        <p:spPr>
          <a:xfrm rot="10800000">
            <a:off x="6706646" y="4113702"/>
            <a:ext cx="581060" cy="418054"/>
          </a:xfrm>
          <a:prstGeom prst="curvedConnector2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011FF23-5FB2-F90A-1C2E-F0BAF7BD77D8}"/>
              </a:ext>
            </a:extLst>
          </p:cNvPr>
          <p:cNvCxnSpPr>
            <a:cxnSpLocks/>
          </p:cNvCxnSpPr>
          <p:nvPr/>
        </p:nvCxnSpPr>
        <p:spPr>
          <a:xfrm flipV="1">
            <a:off x="2213125" y="1993695"/>
            <a:ext cx="0" cy="20057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69EF0BE-5AB0-004C-67F4-A90A1064840A}"/>
              </a:ext>
            </a:extLst>
          </p:cNvPr>
          <p:cNvSpPr txBox="1"/>
          <p:nvPr/>
        </p:nvSpPr>
        <p:spPr>
          <a:xfrm>
            <a:off x="1197090" y="3650198"/>
            <a:ext cx="1178248" cy="27699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5A5A14B7-F6FE-A849-C1B4-65586EA0B7E1}"/>
              </a:ext>
            </a:extLst>
          </p:cNvPr>
          <p:cNvGrpSpPr/>
          <p:nvPr/>
        </p:nvGrpSpPr>
        <p:grpSpPr>
          <a:xfrm>
            <a:off x="882600" y="4680799"/>
            <a:ext cx="5922584" cy="1567887"/>
            <a:chOff x="882600" y="4680799"/>
            <a:chExt cx="5922584" cy="156788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2C32F26-5EB8-5283-55D6-C5FC93619F59}"/>
                </a:ext>
              </a:extLst>
            </p:cNvPr>
            <p:cNvSpPr txBox="1"/>
            <p:nvPr/>
          </p:nvSpPr>
          <p:spPr>
            <a:xfrm>
              <a:off x="986988" y="5106822"/>
              <a:ext cx="736099" cy="369332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24136F4-4C8C-B064-1FBE-4A3AB02D2EDB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>
              <a:off x="1723087" y="5291488"/>
              <a:ext cx="652251" cy="0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E5BD18A-1FBB-65AB-F3A0-FB13DC7FDDF2}"/>
                </a:ext>
              </a:extLst>
            </p:cNvPr>
            <p:cNvSpPr txBox="1"/>
            <p:nvPr/>
          </p:nvSpPr>
          <p:spPr>
            <a:xfrm>
              <a:off x="986988" y="5582522"/>
              <a:ext cx="736099" cy="369332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01CF5AC0-6748-3915-DD6F-98283D6FB691}"/>
                </a:ext>
              </a:extLst>
            </p:cNvPr>
            <p:cNvCxnSpPr>
              <a:cxnSpLocks/>
              <a:stCxn id="43" idx="3"/>
            </p:cNvCxnSpPr>
            <p:nvPr/>
          </p:nvCxnSpPr>
          <p:spPr>
            <a:xfrm>
              <a:off x="1723087" y="5767188"/>
              <a:ext cx="652251" cy="0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2B99D83-EC99-4B9B-6F09-4672640FE7D5}"/>
                </a:ext>
              </a:extLst>
            </p:cNvPr>
            <p:cNvSpPr txBox="1"/>
            <p:nvPr/>
          </p:nvSpPr>
          <p:spPr>
            <a:xfrm>
              <a:off x="2459186" y="5106822"/>
              <a:ext cx="1710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Remote branch</a:t>
              </a:r>
            </a:p>
          </p:txBody>
        </p:sp>
        <p:cxnSp>
          <p:nvCxnSpPr>
            <p:cNvPr id="62" name="Curved Connector 61">
              <a:extLst>
                <a:ext uri="{FF2B5EF4-FFF2-40B4-BE49-F238E27FC236}">
                  <a16:creationId xmlns:a16="http://schemas.microsoft.com/office/drawing/2014/main" id="{98966284-F5D3-B38D-257B-67D00994EE64}"/>
                </a:ext>
              </a:extLst>
            </p:cNvPr>
            <p:cNvCxnSpPr>
              <a:cxnSpLocks/>
              <a:stCxn id="43" idx="2"/>
            </p:cNvCxnSpPr>
            <p:nvPr/>
          </p:nvCxnSpPr>
          <p:spPr>
            <a:xfrm rot="5400000">
              <a:off x="1127648" y="6021296"/>
              <a:ext cx="296833" cy="157948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E5AE4410-BDF4-2883-6E50-12107BE09D51}"/>
                </a:ext>
              </a:extLst>
            </p:cNvPr>
            <p:cNvSpPr txBox="1"/>
            <p:nvPr/>
          </p:nvSpPr>
          <p:spPr>
            <a:xfrm>
              <a:off x="2459186" y="5582521"/>
              <a:ext cx="43459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Local branch with remote-tracking branch</a:t>
              </a:r>
            </a:p>
          </p:txBody>
        </p:sp>
        <p:sp>
          <p:nvSpPr>
            <p:cNvPr id="1028" name="TextBox 1027">
              <a:extLst>
                <a:ext uri="{FF2B5EF4-FFF2-40B4-BE49-F238E27FC236}">
                  <a16:creationId xmlns:a16="http://schemas.microsoft.com/office/drawing/2014/main" id="{C87076FE-0098-30A5-BE7E-087B8C94D0F8}"/>
                </a:ext>
              </a:extLst>
            </p:cNvPr>
            <p:cNvSpPr txBox="1"/>
            <p:nvPr/>
          </p:nvSpPr>
          <p:spPr>
            <a:xfrm>
              <a:off x="882600" y="4680799"/>
              <a:ext cx="9448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Legend</a:t>
              </a:r>
            </a:p>
          </p:txBody>
        </p:sp>
      </p:grpSp>
      <p:sp>
        <p:nvSpPr>
          <p:cNvPr id="1031" name="TextBox 1030">
            <a:extLst>
              <a:ext uri="{FF2B5EF4-FFF2-40B4-BE49-F238E27FC236}">
                <a16:creationId xmlns:a16="http://schemas.microsoft.com/office/drawing/2014/main" id="{3620483B-D24F-E01D-9752-61831800C3B9}"/>
              </a:ext>
            </a:extLst>
          </p:cNvPr>
          <p:cNvSpPr txBox="1"/>
          <p:nvPr/>
        </p:nvSpPr>
        <p:spPr>
          <a:xfrm>
            <a:off x="1560190" y="1379948"/>
            <a:ext cx="1132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LICENSE</a:t>
            </a:r>
          </a:p>
          <a:p>
            <a:pPr algn="r"/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3AA0BB5-822A-3EB1-03D7-5B8548576A00}"/>
              </a:ext>
            </a:extLst>
          </p:cNvPr>
          <p:cNvCxnSpPr>
            <a:cxnSpLocks/>
          </p:cNvCxnSpPr>
          <p:nvPr/>
        </p:nvCxnSpPr>
        <p:spPr>
          <a:xfrm flipH="1">
            <a:off x="6697987" y="3275323"/>
            <a:ext cx="6254" cy="25155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385B435-EC3E-D91D-DBDC-4DD895F7B54E}"/>
              </a:ext>
            </a:extLst>
          </p:cNvPr>
          <p:cNvSpPr txBox="1"/>
          <p:nvPr/>
        </p:nvSpPr>
        <p:spPr>
          <a:xfrm>
            <a:off x="6755210" y="3249875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diff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7DFA75-8218-CB29-48A5-C12A9083E2E8}"/>
              </a:ext>
            </a:extLst>
          </p:cNvPr>
          <p:cNvSpPr txBox="1"/>
          <p:nvPr/>
        </p:nvSpPr>
        <p:spPr>
          <a:xfrm>
            <a:off x="5848494" y="3559704"/>
            <a:ext cx="171630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Version b424cc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4054C5-389E-0923-9B91-CA5DC8ABAF41}"/>
              </a:ext>
            </a:extLst>
          </p:cNvPr>
          <p:cNvSpPr txBox="1"/>
          <p:nvPr/>
        </p:nvSpPr>
        <p:spPr>
          <a:xfrm>
            <a:off x="9614566" y="3559704"/>
            <a:ext cx="1716304" cy="553998"/>
          </a:xfrm>
          <a:prstGeom prst="rect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b424cc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D7FB812-19B2-5E8B-AB0B-B02D9320AB48}"/>
              </a:ext>
            </a:extLst>
          </p:cNvPr>
          <p:cNvCxnSpPr>
            <a:cxnSpLocks/>
          </p:cNvCxnSpPr>
          <p:nvPr/>
        </p:nvCxnSpPr>
        <p:spPr>
          <a:xfrm flipH="1">
            <a:off x="10152350" y="3300771"/>
            <a:ext cx="6254" cy="25155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027E386-3DA2-8A80-A983-05F4154FF162}"/>
              </a:ext>
            </a:extLst>
          </p:cNvPr>
          <p:cNvSpPr txBox="1"/>
          <p:nvPr/>
        </p:nvSpPr>
        <p:spPr>
          <a:xfrm>
            <a:off x="10209573" y="3275323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diff</a:t>
            </a:r>
          </a:p>
        </p:txBody>
      </p: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2C469257-46DD-91AD-E36D-D30BE377A350}"/>
              </a:ext>
            </a:extLst>
          </p:cNvPr>
          <p:cNvCxnSpPr>
            <a:cxnSpLocks/>
            <a:stCxn id="19" idx="3"/>
            <a:endCxn id="32" idx="2"/>
          </p:cNvCxnSpPr>
          <p:nvPr/>
        </p:nvCxnSpPr>
        <p:spPr>
          <a:xfrm flipV="1">
            <a:off x="9797930" y="4113702"/>
            <a:ext cx="674788" cy="463665"/>
          </a:xfrm>
          <a:prstGeom prst="curvedConnector2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44D19FB-5FAF-EEC9-5409-13700C654FFB}"/>
              </a:ext>
            </a:extLst>
          </p:cNvPr>
          <p:cNvCxnSpPr>
            <a:cxnSpLocks/>
          </p:cNvCxnSpPr>
          <p:nvPr/>
        </p:nvCxnSpPr>
        <p:spPr>
          <a:xfrm>
            <a:off x="8023805" y="4517637"/>
            <a:ext cx="1039583" cy="14119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ED2CE1C-4201-494E-FE28-651D87B70309}"/>
              </a:ext>
            </a:extLst>
          </p:cNvPr>
          <p:cNvCxnSpPr>
            <a:cxnSpLocks/>
            <a:stCxn id="30" idx="3"/>
            <a:endCxn id="32" idx="1"/>
          </p:cNvCxnSpPr>
          <p:nvPr/>
        </p:nvCxnSpPr>
        <p:spPr>
          <a:xfrm>
            <a:off x="7564798" y="3836703"/>
            <a:ext cx="2049768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07C6FAF-B4C4-1F8A-31E4-72C8613AADC4}"/>
              </a:ext>
            </a:extLst>
          </p:cNvPr>
          <p:cNvSpPr txBox="1"/>
          <p:nvPr/>
        </p:nvSpPr>
        <p:spPr>
          <a:xfrm>
            <a:off x="7771807" y="3437267"/>
            <a:ext cx="1490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push</a:t>
            </a:r>
          </a:p>
        </p:txBody>
      </p:sp>
    </p:spTree>
    <p:extLst>
      <p:ext uri="{BB962C8B-B14F-4D97-AF65-F5344CB8AC3E}">
        <p14:creationId xmlns:p14="http://schemas.microsoft.com/office/powerpoint/2010/main" val="2198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5843D-F547-3A1B-46A8-4336B43F1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AE94E-0B1C-FF60-489F-025B4301D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Pull from remote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E71162-86E3-E883-57EF-D3B443CF32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236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4A534-C643-E8A4-04D7-141E8EDB8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FD9932D-901A-9F89-8E84-3A0F6892E274}"/>
              </a:ext>
            </a:extLst>
          </p:cNvPr>
          <p:cNvGrpSpPr/>
          <p:nvPr/>
        </p:nvGrpSpPr>
        <p:grpSpPr>
          <a:xfrm>
            <a:off x="1527325" y="646568"/>
            <a:ext cx="9005852" cy="1641413"/>
            <a:chOff x="1527325" y="646568"/>
            <a:chExt cx="9005852" cy="164141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BCAA8F9-A99C-8503-0063-7044E7801D09}"/>
                </a:ext>
              </a:extLst>
            </p:cNvPr>
            <p:cNvGrpSpPr/>
            <p:nvPr/>
          </p:nvGrpSpPr>
          <p:grpSpPr>
            <a:xfrm>
              <a:off x="1527325" y="646568"/>
              <a:ext cx="1371600" cy="1641413"/>
              <a:chOff x="1527325" y="646568"/>
              <a:chExt cx="1371600" cy="1641413"/>
            </a:xfrm>
          </p:grpSpPr>
          <p:pic>
            <p:nvPicPr>
              <p:cNvPr id="5" name="Graphic 4" descr="Folder outline">
                <a:extLst>
                  <a:ext uri="{FF2B5EF4-FFF2-40B4-BE49-F238E27FC236}">
                    <a16:creationId xmlns:a16="http://schemas.microsoft.com/office/drawing/2014/main" id="{2FF33916-45A1-2FF4-60AC-949484C221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27325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F208B81-15E1-79FE-88FA-BE86697DC7EC}"/>
                  </a:ext>
                </a:extLst>
              </p:cNvPr>
              <p:cNvSpPr txBox="1"/>
              <p:nvPr/>
            </p:nvSpPr>
            <p:spPr>
              <a:xfrm>
                <a:off x="1560190" y="646568"/>
                <a:ext cx="1305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Workspace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BA913D6-CA3A-032C-E112-71E9616F1766}"/>
                </a:ext>
              </a:extLst>
            </p:cNvPr>
            <p:cNvGrpSpPr/>
            <p:nvPr/>
          </p:nvGrpSpPr>
          <p:grpSpPr>
            <a:xfrm>
              <a:off x="4751506" y="646568"/>
              <a:ext cx="1846916" cy="1641413"/>
              <a:chOff x="5302429" y="646568"/>
              <a:chExt cx="1846916" cy="1641413"/>
            </a:xfrm>
          </p:grpSpPr>
          <p:pic>
            <p:nvPicPr>
              <p:cNvPr id="7" name="Graphic 6" descr="Database outline">
                <a:extLst>
                  <a:ext uri="{FF2B5EF4-FFF2-40B4-BE49-F238E27FC236}">
                    <a16:creationId xmlns:a16="http://schemas.microsoft.com/office/drawing/2014/main" id="{82DA3AC4-B7E3-2BFD-D518-7F1F3BD129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540087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67DF3E-C0B4-E7EE-86D6-081B3C27E734}"/>
                  </a:ext>
                </a:extLst>
              </p:cNvPr>
              <p:cNvSpPr txBox="1"/>
              <p:nvPr/>
            </p:nvSpPr>
            <p:spPr>
              <a:xfrm>
                <a:off x="5302429" y="646568"/>
                <a:ext cx="18469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Local Repository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832A682-14B3-7541-DA36-543995B379D3}"/>
                </a:ext>
              </a:extLst>
            </p:cNvPr>
            <p:cNvGrpSpPr/>
            <p:nvPr/>
          </p:nvGrpSpPr>
          <p:grpSpPr>
            <a:xfrm>
              <a:off x="8451004" y="646568"/>
              <a:ext cx="2082173" cy="1641413"/>
              <a:chOff x="8451004" y="646568"/>
              <a:chExt cx="2082173" cy="1641413"/>
            </a:xfrm>
          </p:grpSpPr>
          <p:pic>
            <p:nvPicPr>
              <p:cNvPr id="9" name="Graphic 8" descr="Database with solid fill">
                <a:extLst>
                  <a:ext uri="{FF2B5EF4-FFF2-40B4-BE49-F238E27FC236}">
                    <a16:creationId xmlns:a16="http://schemas.microsoft.com/office/drawing/2014/main" id="{8C0A3DD9-EBE5-FA26-5003-A111C7C8C9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806194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BBB2E5C-FE2C-A09B-3AEF-3CFBDD4B5D6E}"/>
                  </a:ext>
                </a:extLst>
              </p:cNvPr>
              <p:cNvSpPr txBox="1"/>
              <p:nvPr/>
            </p:nvSpPr>
            <p:spPr>
              <a:xfrm>
                <a:off x="8451004" y="646568"/>
                <a:ext cx="20821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Remote Repository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F499751-907C-5987-0DEB-56BEFC83E798}"/>
              </a:ext>
            </a:extLst>
          </p:cNvPr>
          <p:cNvSpPr txBox="1"/>
          <p:nvPr/>
        </p:nvSpPr>
        <p:spPr>
          <a:xfrm>
            <a:off x="10812291" y="6248687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clone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C4196C7-8ABF-53F1-0773-C1047FDCCDF7}"/>
              </a:ext>
            </a:extLst>
          </p:cNvPr>
          <p:cNvCxnSpPr>
            <a:cxnSpLocks/>
          </p:cNvCxnSpPr>
          <p:nvPr/>
        </p:nvCxnSpPr>
        <p:spPr>
          <a:xfrm flipV="1">
            <a:off x="9483142" y="2112976"/>
            <a:ext cx="0" cy="191637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8B4C86B-6B4E-0ECB-5A35-7F8531D69BA5}"/>
              </a:ext>
            </a:extLst>
          </p:cNvPr>
          <p:cNvSpPr txBox="1"/>
          <p:nvPr/>
        </p:nvSpPr>
        <p:spPr>
          <a:xfrm>
            <a:off x="9615522" y="2525975"/>
            <a:ext cx="1711494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BBDD48-A11D-DA24-0D7D-6821625B695E}"/>
              </a:ext>
            </a:extLst>
          </p:cNvPr>
          <p:cNvSpPr txBox="1"/>
          <p:nvPr/>
        </p:nvSpPr>
        <p:spPr>
          <a:xfrm>
            <a:off x="8305429" y="1743644"/>
            <a:ext cx="736099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64E0C547-3F17-543F-F7B7-80FBC8BD13D7}"/>
              </a:ext>
            </a:extLst>
          </p:cNvPr>
          <p:cNvCxnSpPr>
            <a:cxnSpLocks/>
            <a:stCxn id="19" idx="2"/>
          </p:cNvCxnSpPr>
          <p:nvPr/>
        </p:nvCxnSpPr>
        <p:spPr>
          <a:xfrm rot="16200000" flipH="1">
            <a:off x="8858140" y="1928314"/>
            <a:ext cx="572722" cy="942045"/>
          </a:xfrm>
          <a:prstGeom prst="curvedConnector2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Github Logo - Free social media icons">
            <a:extLst>
              <a:ext uri="{FF2B5EF4-FFF2-40B4-BE49-F238E27FC236}">
                <a16:creationId xmlns:a16="http://schemas.microsoft.com/office/drawing/2014/main" id="{39CB15B9-9F0F-2E53-54DA-636AA8693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2984" y="623720"/>
            <a:ext cx="436567" cy="43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D769BD3-056F-7C56-8E3F-14F4369D8106}"/>
              </a:ext>
            </a:extLst>
          </p:cNvPr>
          <p:cNvCxnSpPr>
            <a:cxnSpLocks/>
          </p:cNvCxnSpPr>
          <p:nvPr/>
        </p:nvCxnSpPr>
        <p:spPr>
          <a:xfrm flipV="1">
            <a:off x="5673142" y="2144505"/>
            <a:ext cx="0" cy="20057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2B664C8-2BEE-AD0D-C0BF-1BAE026020D4}"/>
              </a:ext>
            </a:extLst>
          </p:cNvPr>
          <p:cNvSpPr txBox="1"/>
          <p:nvPr/>
        </p:nvSpPr>
        <p:spPr>
          <a:xfrm>
            <a:off x="5866648" y="2558947"/>
            <a:ext cx="1711494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9B1A6C-88F9-BC80-D614-278663F4648E}"/>
              </a:ext>
            </a:extLst>
          </p:cNvPr>
          <p:cNvSpPr txBox="1"/>
          <p:nvPr/>
        </p:nvSpPr>
        <p:spPr>
          <a:xfrm>
            <a:off x="6529747" y="1729525"/>
            <a:ext cx="736099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96D8AF7E-CF28-5894-E306-74F6EC5995F4}"/>
              </a:ext>
            </a:extLst>
          </p:cNvPr>
          <p:cNvCxnSpPr>
            <a:cxnSpLocks/>
            <a:stCxn id="28" idx="2"/>
            <a:endCxn id="27" idx="0"/>
          </p:cNvCxnSpPr>
          <p:nvPr/>
        </p:nvCxnSpPr>
        <p:spPr>
          <a:xfrm rot="5400000">
            <a:off x="6580051" y="2241201"/>
            <a:ext cx="460090" cy="175402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4358000-152C-1827-0093-C0E641DD0F53}"/>
              </a:ext>
            </a:extLst>
          </p:cNvPr>
          <p:cNvCxnSpPr>
            <a:cxnSpLocks/>
            <a:stCxn id="28" idx="3"/>
            <a:endCxn id="19" idx="1"/>
          </p:cNvCxnSpPr>
          <p:nvPr/>
        </p:nvCxnSpPr>
        <p:spPr>
          <a:xfrm>
            <a:off x="7265846" y="1914191"/>
            <a:ext cx="1039583" cy="14119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132278B-044B-EFBE-4F60-B9B2F5E727FC}"/>
              </a:ext>
            </a:extLst>
          </p:cNvPr>
          <p:cNvCxnSpPr>
            <a:cxnSpLocks/>
          </p:cNvCxnSpPr>
          <p:nvPr/>
        </p:nvCxnSpPr>
        <p:spPr>
          <a:xfrm flipV="1">
            <a:off x="2213125" y="1993695"/>
            <a:ext cx="0" cy="20057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9E91458-40C0-AFF3-028E-526C349D0D93}"/>
              </a:ext>
            </a:extLst>
          </p:cNvPr>
          <p:cNvCxnSpPr>
            <a:cxnSpLocks/>
          </p:cNvCxnSpPr>
          <p:nvPr/>
        </p:nvCxnSpPr>
        <p:spPr>
          <a:xfrm flipH="1">
            <a:off x="2375338" y="2885235"/>
            <a:ext cx="3491310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94F2220-BD32-E69F-D03F-A55406FBD0F2}"/>
              </a:ext>
            </a:extLst>
          </p:cNvPr>
          <p:cNvSpPr txBox="1"/>
          <p:nvPr/>
        </p:nvSpPr>
        <p:spPr>
          <a:xfrm>
            <a:off x="1197090" y="2685696"/>
            <a:ext cx="1178248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hello.py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5CCB823-20EB-5A50-D8BA-AE3C6C1F8606}"/>
              </a:ext>
            </a:extLst>
          </p:cNvPr>
          <p:cNvCxnSpPr>
            <a:cxnSpLocks/>
          </p:cNvCxnSpPr>
          <p:nvPr/>
        </p:nvCxnSpPr>
        <p:spPr>
          <a:xfrm flipH="1" flipV="1">
            <a:off x="7578142" y="2885235"/>
            <a:ext cx="2000534" cy="15839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73786DD-318E-B0F1-65E4-B4A50F971ED0}"/>
              </a:ext>
            </a:extLst>
          </p:cNvPr>
          <p:cNvSpPr txBox="1"/>
          <p:nvPr/>
        </p:nvSpPr>
        <p:spPr>
          <a:xfrm>
            <a:off x="7771647" y="2501727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clone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1C66CC-FC26-70B5-4EC9-8A825D435190}"/>
              </a:ext>
            </a:extLst>
          </p:cNvPr>
          <p:cNvSpPr txBox="1"/>
          <p:nvPr/>
        </p:nvSpPr>
        <p:spPr>
          <a:xfrm>
            <a:off x="3371190" y="2488610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clone</a:t>
            </a:r>
          </a:p>
        </p:txBody>
      </p: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7506616C-E70D-EB23-DF8A-E42A68AAD436}"/>
              </a:ext>
            </a:extLst>
          </p:cNvPr>
          <p:cNvGrpSpPr/>
          <p:nvPr/>
        </p:nvGrpSpPr>
        <p:grpSpPr>
          <a:xfrm>
            <a:off x="882600" y="4680799"/>
            <a:ext cx="5922584" cy="1567887"/>
            <a:chOff x="882600" y="4680799"/>
            <a:chExt cx="5922584" cy="156788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F5890ED-6BA1-C983-D38C-653C1AF6025E}"/>
                </a:ext>
              </a:extLst>
            </p:cNvPr>
            <p:cNvSpPr txBox="1"/>
            <p:nvPr/>
          </p:nvSpPr>
          <p:spPr>
            <a:xfrm>
              <a:off x="986988" y="5106822"/>
              <a:ext cx="736099" cy="369332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F01DFE31-DEE7-EB1C-8093-F9DAA973C2AB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>
              <a:off x="1723087" y="5291488"/>
              <a:ext cx="652251" cy="0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17D3ADB-11D7-4D75-7EEB-0708EDEE74FA}"/>
                </a:ext>
              </a:extLst>
            </p:cNvPr>
            <p:cNvSpPr txBox="1"/>
            <p:nvPr/>
          </p:nvSpPr>
          <p:spPr>
            <a:xfrm>
              <a:off x="986988" y="5582522"/>
              <a:ext cx="736099" cy="369332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A1987D0F-FC0E-574E-3267-E28BACD0B5FD}"/>
                </a:ext>
              </a:extLst>
            </p:cNvPr>
            <p:cNvCxnSpPr>
              <a:cxnSpLocks/>
              <a:stCxn id="43" idx="3"/>
            </p:cNvCxnSpPr>
            <p:nvPr/>
          </p:nvCxnSpPr>
          <p:spPr>
            <a:xfrm>
              <a:off x="1723087" y="5767188"/>
              <a:ext cx="652251" cy="0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CB35363-2D65-2B6D-5A18-A65EA97DF114}"/>
                </a:ext>
              </a:extLst>
            </p:cNvPr>
            <p:cNvSpPr txBox="1"/>
            <p:nvPr/>
          </p:nvSpPr>
          <p:spPr>
            <a:xfrm>
              <a:off x="2459186" y="5106822"/>
              <a:ext cx="1710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Remote branch</a:t>
              </a:r>
            </a:p>
          </p:txBody>
        </p:sp>
        <p:cxnSp>
          <p:nvCxnSpPr>
            <p:cNvPr id="62" name="Curved Connector 61">
              <a:extLst>
                <a:ext uri="{FF2B5EF4-FFF2-40B4-BE49-F238E27FC236}">
                  <a16:creationId xmlns:a16="http://schemas.microsoft.com/office/drawing/2014/main" id="{95D89F73-0586-DA0F-03C6-AC4277EE9928}"/>
                </a:ext>
              </a:extLst>
            </p:cNvPr>
            <p:cNvCxnSpPr>
              <a:cxnSpLocks/>
              <a:stCxn id="43" idx="2"/>
            </p:cNvCxnSpPr>
            <p:nvPr/>
          </p:nvCxnSpPr>
          <p:spPr>
            <a:xfrm rot="5400000">
              <a:off x="1127648" y="6021296"/>
              <a:ext cx="296833" cy="157948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BFFE2989-963D-9150-70C1-AB541DC2FBA6}"/>
                </a:ext>
              </a:extLst>
            </p:cNvPr>
            <p:cNvSpPr txBox="1"/>
            <p:nvPr/>
          </p:nvSpPr>
          <p:spPr>
            <a:xfrm>
              <a:off x="2459186" y="5582521"/>
              <a:ext cx="43459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Local branch with remote-tracking branch</a:t>
              </a:r>
            </a:p>
          </p:txBody>
        </p:sp>
        <p:sp>
          <p:nvSpPr>
            <p:cNvPr id="1028" name="TextBox 1027">
              <a:extLst>
                <a:ext uri="{FF2B5EF4-FFF2-40B4-BE49-F238E27FC236}">
                  <a16:creationId xmlns:a16="http://schemas.microsoft.com/office/drawing/2014/main" id="{AA0C39B7-D65D-9C35-C59B-B6D80C5BC67C}"/>
                </a:ext>
              </a:extLst>
            </p:cNvPr>
            <p:cNvSpPr txBox="1"/>
            <p:nvPr/>
          </p:nvSpPr>
          <p:spPr>
            <a:xfrm>
              <a:off x="882600" y="4680799"/>
              <a:ext cx="9448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Legend</a:t>
              </a:r>
            </a:p>
          </p:txBody>
        </p:sp>
      </p:grpSp>
      <p:sp>
        <p:nvSpPr>
          <p:cNvPr id="1031" name="TextBox 1030">
            <a:extLst>
              <a:ext uri="{FF2B5EF4-FFF2-40B4-BE49-F238E27FC236}">
                <a16:creationId xmlns:a16="http://schemas.microsoft.com/office/drawing/2014/main" id="{62BA9001-A841-3DD7-A0CE-FEBA2037CC98}"/>
              </a:ext>
            </a:extLst>
          </p:cNvPr>
          <p:cNvSpPr txBox="1"/>
          <p:nvPr/>
        </p:nvSpPr>
        <p:spPr>
          <a:xfrm>
            <a:off x="1560190" y="1379948"/>
            <a:ext cx="1132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772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2A72F-8500-D013-4DA6-0C3FF8178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9C1B17F5-E64C-0869-81D8-A95DFE84D94D}"/>
              </a:ext>
            </a:extLst>
          </p:cNvPr>
          <p:cNvGrpSpPr/>
          <p:nvPr/>
        </p:nvGrpSpPr>
        <p:grpSpPr>
          <a:xfrm>
            <a:off x="1527325" y="646568"/>
            <a:ext cx="9005852" cy="1641413"/>
            <a:chOff x="1527325" y="646568"/>
            <a:chExt cx="9005852" cy="164141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307A988-678E-05A0-B1E1-53E2C1CD6490}"/>
                </a:ext>
              </a:extLst>
            </p:cNvPr>
            <p:cNvGrpSpPr/>
            <p:nvPr/>
          </p:nvGrpSpPr>
          <p:grpSpPr>
            <a:xfrm>
              <a:off x="1527325" y="646568"/>
              <a:ext cx="1371600" cy="1641413"/>
              <a:chOff x="1527325" y="646568"/>
              <a:chExt cx="1371600" cy="1641413"/>
            </a:xfrm>
          </p:grpSpPr>
          <p:pic>
            <p:nvPicPr>
              <p:cNvPr id="5" name="Graphic 4" descr="Folder outline">
                <a:extLst>
                  <a:ext uri="{FF2B5EF4-FFF2-40B4-BE49-F238E27FC236}">
                    <a16:creationId xmlns:a16="http://schemas.microsoft.com/office/drawing/2014/main" id="{31CA7856-4B7D-9556-38A7-2ABAFCDF68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27325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AFE526-549D-AA76-51BF-3E3B626CE1E7}"/>
                  </a:ext>
                </a:extLst>
              </p:cNvPr>
              <p:cNvSpPr txBox="1"/>
              <p:nvPr/>
            </p:nvSpPr>
            <p:spPr>
              <a:xfrm>
                <a:off x="1560190" y="646568"/>
                <a:ext cx="1305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Workspace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C032C8C-C52A-8479-EF6E-AF0586659349}"/>
                </a:ext>
              </a:extLst>
            </p:cNvPr>
            <p:cNvGrpSpPr/>
            <p:nvPr/>
          </p:nvGrpSpPr>
          <p:grpSpPr>
            <a:xfrm>
              <a:off x="4751506" y="646568"/>
              <a:ext cx="1846916" cy="1641413"/>
              <a:chOff x="5302429" y="646568"/>
              <a:chExt cx="1846916" cy="1641413"/>
            </a:xfrm>
          </p:grpSpPr>
          <p:pic>
            <p:nvPicPr>
              <p:cNvPr id="7" name="Graphic 6" descr="Database outline">
                <a:extLst>
                  <a:ext uri="{FF2B5EF4-FFF2-40B4-BE49-F238E27FC236}">
                    <a16:creationId xmlns:a16="http://schemas.microsoft.com/office/drawing/2014/main" id="{1560DD09-ECFC-6978-0435-F8966AEB14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540087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2E5222-0005-78D8-84AF-C5EB2EDF9161}"/>
                  </a:ext>
                </a:extLst>
              </p:cNvPr>
              <p:cNvSpPr txBox="1"/>
              <p:nvPr/>
            </p:nvSpPr>
            <p:spPr>
              <a:xfrm>
                <a:off x="5302429" y="646568"/>
                <a:ext cx="18469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Local Repository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9424F41-7A5A-75C6-4E56-841370EE8191}"/>
                </a:ext>
              </a:extLst>
            </p:cNvPr>
            <p:cNvGrpSpPr/>
            <p:nvPr/>
          </p:nvGrpSpPr>
          <p:grpSpPr>
            <a:xfrm>
              <a:off x="8451004" y="646568"/>
              <a:ext cx="2082173" cy="1641413"/>
              <a:chOff x="8451004" y="646568"/>
              <a:chExt cx="2082173" cy="1641413"/>
            </a:xfrm>
          </p:grpSpPr>
          <p:pic>
            <p:nvPicPr>
              <p:cNvPr id="9" name="Graphic 8" descr="Database with solid fill">
                <a:extLst>
                  <a:ext uri="{FF2B5EF4-FFF2-40B4-BE49-F238E27FC236}">
                    <a16:creationId xmlns:a16="http://schemas.microsoft.com/office/drawing/2014/main" id="{5A29F5E6-EF5C-ED8C-B8FD-DBF03BA045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806194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41BA216-C818-CC4B-3E29-8B47C455B2C2}"/>
                  </a:ext>
                </a:extLst>
              </p:cNvPr>
              <p:cNvSpPr txBox="1"/>
              <p:nvPr/>
            </p:nvSpPr>
            <p:spPr>
              <a:xfrm>
                <a:off x="8451004" y="646568"/>
                <a:ext cx="20821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Remote Repository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E59284B-1E5D-A4DD-DD63-9DF98BB9400E}"/>
              </a:ext>
            </a:extLst>
          </p:cNvPr>
          <p:cNvSpPr txBox="1"/>
          <p:nvPr/>
        </p:nvSpPr>
        <p:spPr>
          <a:xfrm>
            <a:off x="9508802" y="6312846"/>
            <a:ext cx="2415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new remote version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36B5F6E-0C62-9669-D544-17DA00D1421E}"/>
              </a:ext>
            </a:extLst>
          </p:cNvPr>
          <p:cNvCxnSpPr>
            <a:cxnSpLocks/>
          </p:cNvCxnSpPr>
          <p:nvPr/>
        </p:nvCxnSpPr>
        <p:spPr>
          <a:xfrm flipV="1">
            <a:off x="9483142" y="2112976"/>
            <a:ext cx="0" cy="220254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F5FB6BD-53A5-6AD8-507C-EEB659F8CFDB}"/>
              </a:ext>
            </a:extLst>
          </p:cNvPr>
          <p:cNvSpPr txBox="1"/>
          <p:nvPr/>
        </p:nvSpPr>
        <p:spPr>
          <a:xfrm>
            <a:off x="9615522" y="2525975"/>
            <a:ext cx="1711494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FD7ED5-3710-8BE4-C3DF-47377E881036}"/>
              </a:ext>
            </a:extLst>
          </p:cNvPr>
          <p:cNvSpPr txBox="1"/>
          <p:nvPr/>
        </p:nvSpPr>
        <p:spPr>
          <a:xfrm>
            <a:off x="8614664" y="4311467"/>
            <a:ext cx="736099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95288D88-AAB6-0F12-DF2B-536C818C1971}"/>
              </a:ext>
            </a:extLst>
          </p:cNvPr>
          <p:cNvCxnSpPr>
            <a:cxnSpLocks/>
            <a:stCxn id="19" idx="2"/>
            <a:endCxn id="6" idx="2"/>
          </p:cNvCxnSpPr>
          <p:nvPr/>
        </p:nvCxnSpPr>
        <p:spPr>
          <a:xfrm rot="5400000" flipH="1" flipV="1">
            <a:off x="9432893" y="3654515"/>
            <a:ext cx="576104" cy="1476463"/>
          </a:xfrm>
          <a:prstGeom prst="curvedConnector3">
            <a:avLst>
              <a:gd name="adj1" fmla="val -39680"/>
            </a:avLst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Github Logo - Free social media icons">
            <a:extLst>
              <a:ext uri="{FF2B5EF4-FFF2-40B4-BE49-F238E27FC236}">
                <a16:creationId xmlns:a16="http://schemas.microsoft.com/office/drawing/2014/main" id="{8ADA58C2-927E-B0A0-0F23-0C42CD2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2984" y="623720"/>
            <a:ext cx="436567" cy="43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9AEF001-0212-076D-75A7-F2CED1259C7F}"/>
              </a:ext>
            </a:extLst>
          </p:cNvPr>
          <p:cNvCxnSpPr>
            <a:cxnSpLocks/>
          </p:cNvCxnSpPr>
          <p:nvPr/>
        </p:nvCxnSpPr>
        <p:spPr>
          <a:xfrm flipV="1">
            <a:off x="5673142" y="2144505"/>
            <a:ext cx="0" cy="20057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E484FE0-C3DC-14F0-74B4-F5FCE6919A32}"/>
              </a:ext>
            </a:extLst>
          </p:cNvPr>
          <p:cNvSpPr txBox="1"/>
          <p:nvPr/>
        </p:nvSpPr>
        <p:spPr>
          <a:xfrm>
            <a:off x="5866648" y="2558947"/>
            <a:ext cx="1711494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63BAE9-0AB1-EE4E-5263-35076D50F437}"/>
              </a:ext>
            </a:extLst>
          </p:cNvPr>
          <p:cNvSpPr txBox="1"/>
          <p:nvPr/>
        </p:nvSpPr>
        <p:spPr>
          <a:xfrm>
            <a:off x="6529747" y="1729525"/>
            <a:ext cx="736099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7E2FEECE-ED96-410C-D635-F82AF9777E65}"/>
              </a:ext>
            </a:extLst>
          </p:cNvPr>
          <p:cNvCxnSpPr>
            <a:cxnSpLocks/>
            <a:stCxn id="28" idx="2"/>
            <a:endCxn id="27" idx="0"/>
          </p:cNvCxnSpPr>
          <p:nvPr/>
        </p:nvCxnSpPr>
        <p:spPr>
          <a:xfrm rot="5400000">
            <a:off x="6580051" y="2241201"/>
            <a:ext cx="460090" cy="175402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B21B307-A2F7-34EE-934D-7AD4828423A8}"/>
              </a:ext>
            </a:extLst>
          </p:cNvPr>
          <p:cNvCxnSpPr>
            <a:cxnSpLocks/>
          </p:cNvCxnSpPr>
          <p:nvPr/>
        </p:nvCxnSpPr>
        <p:spPr>
          <a:xfrm flipV="1">
            <a:off x="2213125" y="1993695"/>
            <a:ext cx="0" cy="232182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6F7D4C28-691C-026E-FF22-93FB5FDD38C3}"/>
              </a:ext>
            </a:extLst>
          </p:cNvPr>
          <p:cNvSpPr txBox="1"/>
          <p:nvPr/>
        </p:nvSpPr>
        <p:spPr>
          <a:xfrm>
            <a:off x="1197090" y="2685696"/>
            <a:ext cx="1178248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hello.py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66A73743-FB6C-77E7-C008-8B08FCAE5364}"/>
              </a:ext>
            </a:extLst>
          </p:cNvPr>
          <p:cNvGrpSpPr/>
          <p:nvPr/>
        </p:nvGrpSpPr>
        <p:grpSpPr>
          <a:xfrm>
            <a:off x="882600" y="4680799"/>
            <a:ext cx="5922584" cy="1567887"/>
            <a:chOff x="882600" y="4680799"/>
            <a:chExt cx="5922584" cy="156788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0348D7B-EC86-1C82-EBC0-6E95D8A9E969}"/>
                </a:ext>
              </a:extLst>
            </p:cNvPr>
            <p:cNvSpPr txBox="1"/>
            <p:nvPr/>
          </p:nvSpPr>
          <p:spPr>
            <a:xfrm>
              <a:off x="986988" y="5106822"/>
              <a:ext cx="736099" cy="369332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7571DD7-3D54-643E-7AEE-B13BF81CEEE9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>
              <a:off x="1723087" y="5291488"/>
              <a:ext cx="652251" cy="0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8417289-0A30-43CE-07A2-2BE7A2B10DC6}"/>
                </a:ext>
              </a:extLst>
            </p:cNvPr>
            <p:cNvSpPr txBox="1"/>
            <p:nvPr/>
          </p:nvSpPr>
          <p:spPr>
            <a:xfrm>
              <a:off x="986988" y="5582522"/>
              <a:ext cx="736099" cy="369332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D50C9044-C3A5-A98C-4D92-2630BC971F66}"/>
                </a:ext>
              </a:extLst>
            </p:cNvPr>
            <p:cNvCxnSpPr>
              <a:cxnSpLocks/>
              <a:stCxn id="43" idx="3"/>
            </p:cNvCxnSpPr>
            <p:nvPr/>
          </p:nvCxnSpPr>
          <p:spPr>
            <a:xfrm>
              <a:off x="1723087" y="5767188"/>
              <a:ext cx="652251" cy="0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8653EB5-8AA9-315C-AA72-B5C3825EF027}"/>
                </a:ext>
              </a:extLst>
            </p:cNvPr>
            <p:cNvSpPr txBox="1"/>
            <p:nvPr/>
          </p:nvSpPr>
          <p:spPr>
            <a:xfrm>
              <a:off x="2459186" y="5106822"/>
              <a:ext cx="1710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Remote branch</a:t>
              </a:r>
            </a:p>
          </p:txBody>
        </p:sp>
        <p:cxnSp>
          <p:nvCxnSpPr>
            <p:cNvPr id="62" name="Curved Connector 61">
              <a:extLst>
                <a:ext uri="{FF2B5EF4-FFF2-40B4-BE49-F238E27FC236}">
                  <a16:creationId xmlns:a16="http://schemas.microsoft.com/office/drawing/2014/main" id="{84AD70A4-CB1C-55F5-EAC2-7EE364AB176F}"/>
                </a:ext>
              </a:extLst>
            </p:cNvPr>
            <p:cNvCxnSpPr>
              <a:cxnSpLocks/>
              <a:stCxn id="43" idx="2"/>
            </p:cNvCxnSpPr>
            <p:nvPr/>
          </p:nvCxnSpPr>
          <p:spPr>
            <a:xfrm rot="5400000">
              <a:off x="1127648" y="6021296"/>
              <a:ext cx="296833" cy="157948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63A74263-F33C-84F7-49F6-E0207A21071B}"/>
                </a:ext>
              </a:extLst>
            </p:cNvPr>
            <p:cNvSpPr txBox="1"/>
            <p:nvPr/>
          </p:nvSpPr>
          <p:spPr>
            <a:xfrm>
              <a:off x="2459186" y="5582521"/>
              <a:ext cx="43459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Local branch with remote-tracking branch</a:t>
              </a:r>
            </a:p>
          </p:txBody>
        </p:sp>
        <p:sp>
          <p:nvSpPr>
            <p:cNvPr id="1028" name="TextBox 1027">
              <a:extLst>
                <a:ext uri="{FF2B5EF4-FFF2-40B4-BE49-F238E27FC236}">
                  <a16:creationId xmlns:a16="http://schemas.microsoft.com/office/drawing/2014/main" id="{538AD75B-A7A1-0613-FC87-322A5541AF19}"/>
                </a:ext>
              </a:extLst>
            </p:cNvPr>
            <p:cNvSpPr txBox="1"/>
            <p:nvPr/>
          </p:nvSpPr>
          <p:spPr>
            <a:xfrm>
              <a:off x="882600" y="4680799"/>
              <a:ext cx="9448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Legend</a:t>
              </a:r>
            </a:p>
          </p:txBody>
        </p:sp>
      </p:grpSp>
      <p:sp>
        <p:nvSpPr>
          <p:cNvPr id="1031" name="TextBox 1030">
            <a:extLst>
              <a:ext uri="{FF2B5EF4-FFF2-40B4-BE49-F238E27FC236}">
                <a16:creationId xmlns:a16="http://schemas.microsoft.com/office/drawing/2014/main" id="{13F69243-30EF-93F3-1E6C-5C60572F4527}"/>
              </a:ext>
            </a:extLst>
          </p:cNvPr>
          <p:cNvSpPr txBox="1"/>
          <p:nvPr/>
        </p:nvSpPr>
        <p:spPr>
          <a:xfrm>
            <a:off x="1560190" y="1379948"/>
            <a:ext cx="1132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424F64-E68E-4A0E-3337-F4865A4DFD24}"/>
              </a:ext>
            </a:extLst>
          </p:cNvPr>
          <p:cNvSpPr txBox="1"/>
          <p:nvPr/>
        </p:nvSpPr>
        <p:spPr>
          <a:xfrm>
            <a:off x="9626673" y="3550697"/>
            <a:ext cx="1665008" cy="553998"/>
          </a:xfrm>
          <a:prstGeom prst="rect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98f2d1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24D125-445E-32DF-5117-74473876072C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10459177" y="3264639"/>
            <a:ext cx="12092" cy="2860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53F5843-F92F-02A3-6E1F-350B1A006C49}"/>
              </a:ext>
            </a:extLst>
          </p:cNvPr>
          <p:cNvSpPr txBox="1"/>
          <p:nvPr/>
        </p:nvSpPr>
        <p:spPr>
          <a:xfrm>
            <a:off x="10515776" y="3247316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diff</a:t>
            </a:r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E7FD4BA5-85B4-D42A-EFFC-7E8F40F3AEB4}"/>
              </a:ext>
            </a:extLst>
          </p:cNvPr>
          <p:cNvCxnSpPr>
            <a:stCxn id="28" idx="3"/>
            <a:endCxn id="19" idx="1"/>
          </p:cNvCxnSpPr>
          <p:nvPr/>
        </p:nvCxnSpPr>
        <p:spPr>
          <a:xfrm>
            <a:off x="7265846" y="1914191"/>
            <a:ext cx="1348818" cy="2581942"/>
          </a:xfrm>
          <a:prstGeom prst="bentConnector3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603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694A0-1513-8BF2-2F1C-C161021C8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94BD6EE1-DAE1-F2EB-1569-0D6CC5DA7321}"/>
              </a:ext>
            </a:extLst>
          </p:cNvPr>
          <p:cNvGrpSpPr/>
          <p:nvPr/>
        </p:nvGrpSpPr>
        <p:grpSpPr>
          <a:xfrm>
            <a:off x="1527325" y="646568"/>
            <a:ext cx="9005852" cy="1641413"/>
            <a:chOff x="1527325" y="646568"/>
            <a:chExt cx="9005852" cy="164141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0F4A5C7-600D-BE14-4E5D-1EEFF440C8D0}"/>
                </a:ext>
              </a:extLst>
            </p:cNvPr>
            <p:cNvGrpSpPr/>
            <p:nvPr/>
          </p:nvGrpSpPr>
          <p:grpSpPr>
            <a:xfrm>
              <a:off x="1527325" y="646568"/>
              <a:ext cx="1371600" cy="1641413"/>
              <a:chOff x="1527325" y="646568"/>
              <a:chExt cx="1371600" cy="1641413"/>
            </a:xfrm>
          </p:grpSpPr>
          <p:pic>
            <p:nvPicPr>
              <p:cNvPr id="5" name="Graphic 4" descr="Folder outline">
                <a:extLst>
                  <a:ext uri="{FF2B5EF4-FFF2-40B4-BE49-F238E27FC236}">
                    <a16:creationId xmlns:a16="http://schemas.microsoft.com/office/drawing/2014/main" id="{E8AE59FD-D29F-3EFE-58C6-2A95B01658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27325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99CB26C-4D78-627F-55FF-A7AD79528F8D}"/>
                  </a:ext>
                </a:extLst>
              </p:cNvPr>
              <p:cNvSpPr txBox="1"/>
              <p:nvPr/>
            </p:nvSpPr>
            <p:spPr>
              <a:xfrm>
                <a:off x="1560190" y="646568"/>
                <a:ext cx="1305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Workspace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3EDA780-62BD-B680-8AE5-9758409D11CD}"/>
                </a:ext>
              </a:extLst>
            </p:cNvPr>
            <p:cNvGrpSpPr/>
            <p:nvPr/>
          </p:nvGrpSpPr>
          <p:grpSpPr>
            <a:xfrm>
              <a:off x="4751506" y="646568"/>
              <a:ext cx="1846916" cy="1641413"/>
              <a:chOff x="5302429" y="646568"/>
              <a:chExt cx="1846916" cy="1641413"/>
            </a:xfrm>
          </p:grpSpPr>
          <p:pic>
            <p:nvPicPr>
              <p:cNvPr id="7" name="Graphic 6" descr="Database outline">
                <a:extLst>
                  <a:ext uri="{FF2B5EF4-FFF2-40B4-BE49-F238E27FC236}">
                    <a16:creationId xmlns:a16="http://schemas.microsoft.com/office/drawing/2014/main" id="{5DCB4C4E-603A-7306-626A-210CEC0EEC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540087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57891D-C2D9-55C3-9535-C7D13F218F55}"/>
                  </a:ext>
                </a:extLst>
              </p:cNvPr>
              <p:cNvSpPr txBox="1"/>
              <p:nvPr/>
            </p:nvSpPr>
            <p:spPr>
              <a:xfrm>
                <a:off x="5302429" y="646568"/>
                <a:ext cx="18469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Local Repository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2F6C39F-E3DD-0B16-F1FF-042EEFA79B2C}"/>
                </a:ext>
              </a:extLst>
            </p:cNvPr>
            <p:cNvGrpSpPr/>
            <p:nvPr/>
          </p:nvGrpSpPr>
          <p:grpSpPr>
            <a:xfrm>
              <a:off x="8451004" y="646568"/>
              <a:ext cx="2082173" cy="1641413"/>
              <a:chOff x="8451004" y="646568"/>
              <a:chExt cx="2082173" cy="1641413"/>
            </a:xfrm>
          </p:grpSpPr>
          <p:pic>
            <p:nvPicPr>
              <p:cNvPr id="9" name="Graphic 8" descr="Database with solid fill">
                <a:extLst>
                  <a:ext uri="{FF2B5EF4-FFF2-40B4-BE49-F238E27FC236}">
                    <a16:creationId xmlns:a16="http://schemas.microsoft.com/office/drawing/2014/main" id="{D4C19980-C6CB-3802-E1BE-49BA7195CA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806194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EAC3E5-46BE-8A52-00C8-7DFC1E2111AD}"/>
                  </a:ext>
                </a:extLst>
              </p:cNvPr>
              <p:cNvSpPr txBox="1"/>
              <p:nvPr/>
            </p:nvSpPr>
            <p:spPr>
              <a:xfrm>
                <a:off x="8451004" y="646568"/>
                <a:ext cx="20821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Remote Repository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A5450D-C2A9-4F96-7B9D-6F79FC7A75BA}"/>
              </a:ext>
            </a:extLst>
          </p:cNvPr>
          <p:cNvSpPr txBox="1"/>
          <p:nvPr/>
        </p:nvSpPr>
        <p:spPr>
          <a:xfrm>
            <a:off x="11125201" y="6488668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pull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B53357-9AA5-1314-EEF6-9671A1D6E169}"/>
              </a:ext>
            </a:extLst>
          </p:cNvPr>
          <p:cNvCxnSpPr>
            <a:cxnSpLocks/>
          </p:cNvCxnSpPr>
          <p:nvPr/>
        </p:nvCxnSpPr>
        <p:spPr>
          <a:xfrm flipV="1">
            <a:off x="9483142" y="2112976"/>
            <a:ext cx="0" cy="220254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F3B48A5-AD04-5D10-70C1-AE7FC3A9B0D7}"/>
              </a:ext>
            </a:extLst>
          </p:cNvPr>
          <p:cNvSpPr txBox="1"/>
          <p:nvPr/>
        </p:nvSpPr>
        <p:spPr>
          <a:xfrm>
            <a:off x="9615522" y="2525975"/>
            <a:ext cx="1711494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355E8D-5D52-9972-B3DA-AB4FFE8C8B0C}"/>
              </a:ext>
            </a:extLst>
          </p:cNvPr>
          <p:cNvSpPr txBox="1"/>
          <p:nvPr/>
        </p:nvSpPr>
        <p:spPr>
          <a:xfrm>
            <a:off x="9115092" y="4405382"/>
            <a:ext cx="736099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DDFF1746-2737-8213-2D86-DD97D0098FCA}"/>
              </a:ext>
            </a:extLst>
          </p:cNvPr>
          <p:cNvCxnSpPr>
            <a:cxnSpLocks/>
            <a:stCxn id="19" idx="2"/>
            <a:endCxn id="6" idx="2"/>
          </p:cNvCxnSpPr>
          <p:nvPr/>
        </p:nvCxnSpPr>
        <p:spPr>
          <a:xfrm rot="5400000" flipH="1" flipV="1">
            <a:off x="9636149" y="3951687"/>
            <a:ext cx="670019" cy="976035"/>
          </a:xfrm>
          <a:prstGeom prst="curvedConnector3">
            <a:avLst>
              <a:gd name="adj1" fmla="val -34118"/>
            </a:avLst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Github Logo - Free social media icons">
            <a:extLst>
              <a:ext uri="{FF2B5EF4-FFF2-40B4-BE49-F238E27FC236}">
                <a16:creationId xmlns:a16="http://schemas.microsoft.com/office/drawing/2014/main" id="{FDC7EBA8-C546-7C31-3544-963457A3F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2984" y="623720"/>
            <a:ext cx="436567" cy="43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DAA36E7-CCC0-5039-7902-2F087A1D6420}"/>
              </a:ext>
            </a:extLst>
          </p:cNvPr>
          <p:cNvCxnSpPr>
            <a:cxnSpLocks/>
          </p:cNvCxnSpPr>
          <p:nvPr/>
        </p:nvCxnSpPr>
        <p:spPr>
          <a:xfrm flipV="1">
            <a:off x="5673142" y="2144505"/>
            <a:ext cx="0" cy="20057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982C826-5F17-4C0D-E17C-E15B5E6CADE5}"/>
              </a:ext>
            </a:extLst>
          </p:cNvPr>
          <p:cNvSpPr txBox="1"/>
          <p:nvPr/>
        </p:nvSpPr>
        <p:spPr>
          <a:xfrm>
            <a:off x="5866648" y="2558947"/>
            <a:ext cx="1711494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714233-AB68-902C-B1E4-B722DA5F29D1}"/>
              </a:ext>
            </a:extLst>
          </p:cNvPr>
          <p:cNvSpPr txBox="1"/>
          <p:nvPr/>
        </p:nvSpPr>
        <p:spPr>
          <a:xfrm>
            <a:off x="7111025" y="4406325"/>
            <a:ext cx="736099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AD46C497-F708-DBE0-91C9-F702CE13972D}"/>
              </a:ext>
            </a:extLst>
          </p:cNvPr>
          <p:cNvCxnSpPr>
            <a:cxnSpLocks/>
            <a:stCxn id="28" idx="2"/>
            <a:endCxn id="18" idx="2"/>
          </p:cNvCxnSpPr>
          <p:nvPr/>
        </p:nvCxnSpPr>
        <p:spPr>
          <a:xfrm rot="5400000" flipH="1">
            <a:off x="6798059" y="4094641"/>
            <a:ext cx="615880" cy="746153"/>
          </a:xfrm>
          <a:prstGeom prst="curvedConnector3">
            <a:avLst>
              <a:gd name="adj1" fmla="val -37118"/>
            </a:avLst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D60A711-19EE-2395-129A-E16BE4BAC749}"/>
              </a:ext>
            </a:extLst>
          </p:cNvPr>
          <p:cNvCxnSpPr>
            <a:cxnSpLocks/>
          </p:cNvCxnSpPr>
          <p:nvPr/>
        </p:nvCxnSpPr>
        <p:spPr>
          <a:xfrm flipV="1">
            <a:off x="2213125" y="1993695"/>
            <a:ext cx="0" cy="232182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36E00F0-5B33-86F8-3DEB-849DA5F6CA96}"/>
              </a:ext>
            </a:extLst>
          </p:cNvPr>
          <p:cNvSpPr txBox="1"/>
          <p:nvPr/>
        </p:nvSpPr>
        <p:spPr>
          <a:xfrm>
            <a:off x="1240475" y="3709936"/>
            <a:ext cx="1178248" cy="27699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hello.py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E84CE857-970D-68DE-E639-989356976953}"/>
              </a:ext>
            </a:extLst>
          </p:cNvPr>
          <p:cNvGrpSpPr/>
          <p:nvPr/>
        </p:nvGrpSpPr>
        <p:grpSpPr>
          <a:xfrm>
            <a:off x="882600" y="4680799"/>
            <a:ext cx="5922584" cy="1567887"/>
            <a:chOff x="882600" y="4680799"/>
            <a:chExt cx="5922584" cy="156788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E510274-51F3-1B3D-296F-724A2D4619E2}"/>
                </a:ext>
              </a:extLst>
            </p:cNvPr>
            <p:cNvSpPr txBox="1"/>
            <p:nvPr/>
          </p:nvSpPr>
          <p:spPr>
            <a:xfrm>
              <a:off x="986988" y="5106822"/>
              <a:ext cx="736099" cy="369332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D8522BF-DE2D-8A09-FD0C-CDC6E3E2E75D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>
              <a:off x="1723087" y="5291488"/>
              <a:ext cx="652251" cy="0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D267ACB-2DF9-C2F6-9FB9-1EF1761573EE}"/>
                </a:ext>
              </a:extLst>
            </p:cNvPr>
            <p:cNvSpPr txBox="1"/>
            <p:nvPr/>
          </p:nvSpPr>
          <p:spPr>
            <a:xfrm>
              <a:off x="986988" y="5582522"/>
              <a:ext cx="736099" cy="369332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11CA2C04-F7A7-6E9D-C37D-D4CBBFF35617}"/>
                </a:ext>
              </a:extLst>
            </p:cNvPr>
            <p:cNvCxnSpPr>
              <a:cxnSpLocks/>
              <a:stCxn id="43" idx="3"/>
            </p:cNvCxnSpPr>
            <p:nvPr/>
          </p:nvCxnSpPr>
          <p:spPr>
            <a:xfrm>
              <a:off x="1723087" y="5767188"/>
              <a:ext cx="652251" cy="0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D36629D-391C-8F23-A47D-DFE6BCDF2174}"/>
                </a:ext>
              </a:extLst>
            </p:cNvPr>
            <p:cNvSpPr txBox="1"/>
            <p:nvPr/>
          </p:nvSpPr>
          <p:spPr>
            <a:xfrm>
              <a:off x="2459186" y="5106822"/>
              <a:ext cx="1710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Remote branch</a:t>
              </a:r>
            </a:p>
          </p:txBody>
        </p:sp>
        <p:cxnSp>
          <p:nvCxnSpPr>
            <p:cNvPr id="62" name="Curved Connector 61">
              <a:extLst>
                <a:ext uri="{FF2B5EF4-FFF2-40B4-BE49-F238E27FC236}">
                  <a16:creationId xmlns:a16="http://schemas.microsoft.com/office/drawing/2014/main" id="{11709145-52F6-03FC-F300-B80EE3855DD1}"/>
                </a:ext>
              </a:extLst>
            </p:cNvPr>
            <p:cNvCxnSpPr>
              <a:cxnSpLocks/>
              <a:stCxn id="43" idx="2"/>
            </p:cNvCxnSpPr>
            <p:nvPr/>
          </p:nvCxnSpPr>
          <p:spPr>
            <a:xfrm rot="5400000">
              <a:off x="1127648" y="6021296"/>
              <a:ext cx="296833" cy="157948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331D9B3B-E78E-1934-C4E4-19489561D732}"/>
                </a:ext>
              </a:extLst>
            </p:cNvPr>
            <p:cNvSpPr txBox="1"/>
            <p:nvPr/>
          </p:nvSpPr>
          <p:spPr>
            <a:xfrm>
              <a:off x="2459186" y="5582521"/>
              <a:ext cx="43459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Local branch with remote-tracking branch</a:t>
              </a:r>
            </a:p>
          </p:txBody>
        </p:sp>
        <p:sp>
          <p:nvSpPr>
            <p:cNvPr id="1028" name="TextBox 1027">
              <a:extLst>
                <a:ext uri="{FF2B5EF4-FFF2-40B4-BE49-F238E27FC236}">
                  <a16:creationId xmlns:a16="http://schemas.microsoft.com/office/drawing/2014/main" id="{B5B9F175-67B0-6076-EEEE-6A35CE50BCFC}"/>
                </a:ext>
              </a:extLst>
            </p:cNvPr>
            <p:cNvSpPr txBox="1"/>
            <p:nvPr/>
          </p:nvSpPr>
          <p:spPr>
            <a:xfrm>
              <a:off x="882600" y="4680799"/>
              <a:ext cx="9448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Legend</a:t>
              </a:r>
            </a:p>
          </p:txBody>
        </p:sp>
      </p:grpSp>
      <p:sp>
        <p:nvSpPr>
          <p:cNvPr id="1031" name="TextBox 1030">
            <a:extLst>
              <a:ext uri="{FF2B5EF4-FFF2-40B4-BE49-F238E27FC236}">
                <a16:creationId xmlns:a16="http://schemas.microsoft.com/office/drawing/2014/main" id="{E025259D-7DE9-B335-5473-3291D5A174FE}"/>
              </a:ext>
            </a:extLst>
          </p:cNvPr>
          <p:cNvSpPr txBox="1"/>
          <p:nvPr/>
        </p:nvSpPr>
        <p:spPr>
          <a:xfrm>
            <a:off x="1560190" y="1379948"/>
            <a:ext cx="1132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README.md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ADB80D-2DF8-CDF8-888C-57FBDD455597}"/>
              </a:ext>
            </a:extLst>
          </p:cNvPr>
          <p:cNvSpPr txBox="1"/>
          <p:nvPr/>
        </p:nvSpPr>
        <p:spPr>
          <a:xfrm>
            <a:off x="9626673" y="3550697"/>
            <a:ext cx="1665008" cy="55399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98f2d1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4A2137D-F48E-9F47-292F-40B67FA114D2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10459177" y="3264639"/>
            <a:ext cx="12092" cy="2860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BC0A656-E8D5-E5B0-7075-7731AB4340FD}"/>
              </a:ext>
            </a:extLst>
          </p:cNvPr>
          <p:cNvSpPr txBox="1"/>
          <p:nvPr/>
        </p:nvSpPr>
        <p:spPr>
          <a:xfrm>
            <a:off x="10515776" y="3247316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diff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DA17FE-9FF8-81C8-DA6A-7D4A174A183D}"/>
              </a:ext>
            </a:extLst>
          </p:cNvPr>
          <p:cNvSpPr txBox="1"/>
          <p:nvPr/>
        </p:nvSpPr>
        <p:spPr>
          <a:xfrm>
            <a:off x="5900418" y="3605779"/>
            <a:ext cx="1665008" cy="553998"/>
          </a:xfrm>
          <a:prstGeom prst="rect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98f2d1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00B6A8C-AF24-4B92-50A7-0E70EEA14081}"/>
              </a:ext>
            </a:extLst>
          </p:cNvPr>
          <p:cNvCxnSpPr>
            <a:cxnSpLocks/>
            <a:endCxn id="18" idx="0"/>
          </p:cNvCxnSpPr>
          <p:nvPr/>
        </p:nvCxnSpPr>
        <p:spPr>
          <a:xfrm flipH="1">
            <a:off x="6732922" y="3319721"/>
            <a:ext cx="12092" cy="28605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CEEAF69-5462-14B6-13AE-D22C40B6532C}"/>
              </a:ext>
            </a:extLst>
          </p:cNvPr>
          <p:cNvSpPr txBox="1"/>
          <p:nvPr/>
        </p:nvSpPr>
        <p:spPr>
          <a:xfrm>
            <a:off x="6789521" y="3302398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diff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92645AE-2F37-47AA-2B90-CB65D42B5DF5}"/>
              </a:ext>
            </a:extLst>
          </p:cNvPr>
          <p:cNvCxnSpPr>
            <a:cxnSpLocks/>
            <a:stCxn id="28" idx="3"/>
            <a:endCxn id="19" idx="1"/>
          </p:cNvCxnSpPr>
          <p:nvPr/>
        </p:nvCxnSpPr>
        <p:spPr>
          <a:xfrm flipV="1">
            <a:off x="7847124" y="4590048"/>
            <a:ext cx="1267968" cy="943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1284844-271B-B44D-D4A8-277EF65113E1}"/>
              </a:ext>
            </a:extLst>
          </p:cNvPr>
          <p:cNvCxnSpPr>
            <a:cxnSpLocks/>
          </p:cNvCxnSpPr>
          <p:nvPr/>
        </p:nvCxnSpPr>
        <p:spPr>
          <a:xfrm flipH="1" flipV="1">
            <a:off x="7577518" y="3934205"/>
            <a:ext cx="2000534" cy="15839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C300343-06CD-F2CF-5703-42B21A6B4CF6}"/>
              </a:ext>
            </a:extLst>
          </p:cNvPr>
          <p:cNvSpPr txBox="1"/>
          <p:nvPr/>
        </p:nvSpPr>
        <p:spPr>
          <a:xfrm>
            <a:off x="7771023" y="3550697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pull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352B123-554C-0118-35C5-BD2218D3BB2A}"/>
              </a:ext>
            </a:extLst>
          </p:cNvPr>
          <p:cNvCxnSpPr>
            <a:cxnSpLocks/>
          </p:cNvCxnSpPr>
          <p:nvPr/>
        </p:nvCxnSpPr>
        <p:spPr>
          <a:xfrm flipH="1">
            <a:off x="2418723" y="3897076"/>
            <a:ext cx="3468201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691E084-5EF0-517D-8AA2-FC1D1C31E102}"/>
              </a:ext>
            </a:extLst>
          </p:cNvPr>
          <p:cNvSpPr txBox="1"/>
          <p:nvPr/>
        </p:nvSpPr>
        <p:spPr>
          <a:xfrm>
            <a:off x="4079895" y="3497729"/>
            <a:ext cx="1287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pull</a:t>
            </a:r>
          </a:p>
        </p:txBody>
      </p:sp>
    </p:spTree>
    <p:extLst>
      <p:ext uri="{BB962C8B-B14F-4D97-AF65-F5344CB8AC3E}">
        <p14:creationId xmlns:p14="http://schemas.microsoft.com/office/powerpoint/2010/main" val="2215956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B55BD-5279-61AB-86E5-2535FC6F5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504F7-95AD-972E-AA06-C5091DCA6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remote - fetch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F4F939-9BD5-9C46-86B5-D8E186377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974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535610A-1572-CAD1-5DCE-7D5DBBC04D59}"/>
              </a:ext>
            </a:extLst>
          </p:cNvPr>
          <p:cNvGrpSpPr/>
          <p:nvPr/>
        </p:nvGrpSpPr>
        <p:grpSpPr>
          <a:xfrm>
            <a:off x="1527325" y="646568"/>
            <a:ext cx="9005852" cy="1641413"/>
            <a:chOff x="1527325" y="646568"/>
            <a:chExt cx="9005852" cy="164141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F7A0795-F002-71E7-F265-7F7D05CE5DB7}"/>
                </a:ext>
              </a:extLst>
            </p:cNvPr>
            <p:cNvGrpSpPr/>
            <p:nvPr/>
          </p:nvGrpSpPr>
          <p:grpSpPr>
            <a:xfrm>
              <a:off x="1527325" y="646568"/>
              <a:ext cx="1371600" cy="1641413"/>
              <a:chOff x="1527325" y="646568"/>
              <a:chExt cx="1371600" cy="1641413"/>
            </a:xfrm>
          </p:grpSpPr>
          <p:pic>
            <p:nvPicPr>
              <p:cNvPr id="5" name="Graphic 4" descr="Folder outline">
                <a:extLst>
                  <a:ext uri="{FF2B5EF4-FFF2-40B4-BE49-F238E27FC236}">
                    <a16:creationId xmlns:a16="http://schemas.microsoft.com/office/drawing/2014/main" id="{A6B569E9-A480-23AD-EFAE-B4EEFFAB9C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27325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FE0751-CD29-886C-FF82-DE07324499CE}"/>
                  </a:ext>
                </a:extLst>
              </p:cNvPr>
              <p:cNvSpPr txBox="1"/>
              <p:nvPr/>
            </p:nvSpPr>
            <p:spPr>
              <a:xfrm>
                <a:off x="1560190" y="646568"/>
                <a:ext cx="1305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Workspace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4DBC5D1-DC68-225D-67A9-FCA77AC53FCD}"/>
                </a:ext>
              </a:extLst>
            </p:cNvPr>
            <p:cNvGrpSpPr/>
            <p:nvPr/>
          </p:nvGrpSpPr>
          <p:grpSpPr>
            <a:xfrm>
              <a:off x="4751506" y="646568"/>
              <a:ext cx="1846916" cy="1641413"/>
              <a:chOff x="5302429" y="646568"/>
              <a:chExt cx="1846916" cy="1641413"/>
            </a:xfrm>
          </p:grpSpPr>
          <p:pic>
            <p:nvPicPr>
              <p:cNvPr id="7" name="Graphic 6" descr="Database outline">
                <a:extLst>
                  <a:ext uri="{FF2B5EF4-FFF2-40B4-BE49-F238E27FC236}">
                    <a16:creationId xmlns:a16="http://schemas.microsoft.com/office/drawing/2014/main" id="{CBF7FC04-93D2-F40C-8ACC-F0DA04A328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540087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AD96ED-DBF1-6B93-9415-4FEFC9C2D76F}"/>
                  </a:ext>
                </a:extLst>
              </p:cNvPr>
              <p:cNvSpPr txBox="1"/>
              <p:nvPr/>
            </p:nvSpPr>
            <p:spPr>
              <a:xfrm>
                <a:off x="5302429" y="646568"/>
                <a:ext cx="18469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Local Repository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8136D33-4B79-7894-9DB3-ECA103418484}"/>
                </a:ext>
              </a:extLst>
            </p:cNvPr>
            <p:cNvGrpSpPr/>
            <p:nvPr/>
          </p:nvGrpSpPr>
          <p:grpSpPr>
            <a:xfrm>
              <a:off x="8451004" y="646568"/>
              <a:ext cx="2082173" cy="1641413"/>
              <a:chOff x="8451004" y="646568"/>
              <a:chExt cx="2082173" cy="1641413"/>
            </a:xfrm>
          </p:grpSpPr>
          <p:pic>
            <p:nvPicPr>
              <p:cNvPr id="9" name="Graphic 8" descr="Database with solid fill">
                <a:extLst>
                  <a:ext uri="{FF2B5EF4-FFF2-40B4-BE49-F238E27FC236}">
                    <a16:creationId xmlns:a16="http://schemas.microsoft.com/office/drawing/2014/main" id="{324728BE-260C-D6EF-5D03-226DFE7F6A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806194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DD01F5B-BE9F-D0DB-049A-0A307F830830}"/>
                  </a:ext>
                </a:extLst>
              </p:cNvPr>
              <p:cNvSpPr txBox="1"/>
              <p:nvPr/>
            </p:nvSpPr>
            <p:spPr>
              <a:xfrm>
                <a:off x="8451004" y="646568"/>
                <a:ext cx="20821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Remote Repository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230553D-1E9A-140B-E254-89BA5E6DF21E}"/>
              </a:ext>
            </a:extLst>
          </p:cNvPr>
          <p:cNvSpPr txBox="1"/>
          <p:nvPr/>
        </p:nvSpPr>
        <p:spPr>
          <a:xfrm>
            <a:off x="86185" y="36100"/>
            <a:ext cx="2256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github</a:t>
            </a:r>
            <a:r>
              <a:rPr lang="en-US" dirty="0"/>
              <a:t>-remote-exists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6455D47-7A43-A3E0-5D16-F4BE26E4F18A}"/>
              </a:ext>
            </a:extLst>
          </p:cNvPr>
          <p:cNvCxnSpPr>
            <a:cxnSpLocks/>
          </p:cNvCxnSpPr>
          <p:nvPr/>
        </p:nvCxnSpPr>
        <p:spPr>
          <a:xfrm flipV="1">
            <a:off x="9483142" y="2112976"/>
            <a:ext cx="0" cy="191637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746787A-DA7B-7F61-1966-E641B2A67C75}"/>
              </a:ext>
            </a:extLst>
          </p:cNvPr>
          <p:cNvSpPr txBox="1"/>
          <p:nvPr/>
        </p:nvSpPr>
        <p:spPr>
          <a:xfrm>
            <a:off x="9540366" y="2287981"/>
            <a:ext cx="1711494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884F96-8FD0-B021-9E20-FA071113B12E}"/>
              </a:ext>
            </a:extLst>
          </p:cNvPr>
          <p:cNvSpPr txBox="1"/>
          <p:nvPr/>
        </p:nvSpPr>
        <p:spPr>
          <a:xfrm>
            <a:off x="9540366" y="3240391"/>
            <a:ext cx="171630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b424cc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C836309-2121-DA72-C3A8-D7B679D6AC46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10396113" y="3026645"/>
            <a:ext cx="2405" cy="21374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37EF0E6-8B8C-3215-8484-CCD4FF463C54}"/>
              </a:ext>
            </a:extLst>
          </p:cNvPr>
          <p:cNvSpPr txBox="1"/>
          <p:nvPr/>
        </p:nvSpPr>
        <p:spPr>
          <a:xfrm>
            <a:off x="10447082" y="3001197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diff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6DB7A1-46A3-FB03-A2C3-1A6F12B4CC3F}"/>
              </a:ext>
            </a:extLst>
          </p:cNvPr>
          <p:cNvSpPr txBox="1"/>
          <p:nvPr/>
        </p:nvSpPr>
        <p:spPr>
          <a:xfrm>
            <a:off x="6860468" y="155329"/>
            <a:ext cx="52453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https://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github.com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llayman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/assn4-git-calc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7610DC-18BD-0584-8CA8-B7CFF830BD79}"/>
              </a:ext>
            </a:extLst>
          </p:cNvPr>
          <p:cNvSpPr txBox="1"/>
          <p:nvPr/>
        </p:nvSpPr>
        <p:spPr>
          <a:xfrm>
            <a:off x="8305429" y="1743644"/>
            <a:ext cx="736099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FFD46DA9-6D2C-2BED-DF82-0DC002F17EBB}"/>
              </a:ext>
            </a:extLst>
          </p:cNvPr>
          <p:cNvCxnSpPr>
            <a:cxnSpLocks/>
            <a:stCxn id="19" idx="2"/>
            <a:endCxn id="4" idx="1"/>
          </p:cNvCxnSpPr>
          <p:nvPr/>
        </p:nvCxnSpPr>
        <p:spPr>
          <a:xfrm rot="16200000" flipH="1">
            <a:off x="8834754" y="1951700"/>
            <a:ext cx="544337" cy="866887"/>
          </a:xfrm>
          <a:prstGeom prst="curvedConnector2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Github Logo - Free social media icons">
            <a:extLst>
              <a:ext uri="{FF2B5EF4-FFF2-40B4-BE49-F238E27FC236}">
                <a16:creationId xmlns:a16="http://schemas.microsoft.com/office/drawing/2014/main" id="{5DFD6329-91D1-E807-4DC8-503E30B1B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2984" y="623720"/>
            <a:ext cx="436567" cy="43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8F96321-EBC9-93CB-CAE4-BC9D5B3F4C52}"/>
              </a:ext>
            </a:extLst>
          </p:cNvPr>
          <p:cNvSpPr txBox="1"/>
          <p:nvPr/>
        </p:nvSpPr>
        <p:spPr>
          <a:xfrm>
            <a:off x="8408569" y="4045107"/>
            <a:ext cx="736099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rand</a:t>
            </a:r>
          </a:p>
        </p:txBody>
      </p: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6EF6F67D-8971-123C-DD9E-55A48440C2A9}"/>
              </a:ext>
            </a:extLst>
          </p:cNvPr>
          <p:cNvCxnSpPr>
            <a:cxnSpLocks/>
            <a:stCxn id="35" idx="0"/>
          </p:cNvCxnSpPr>
          <p:nvPr/>
        </p:nvCxnSpPr>
        <p:spPr>
          <a:xfrm rot="5400000" flipH="1" flipV="1">
            <a:off x="8894634" y="3399376"/>
            <a:ext cx="527717" cy="763747"/>
          </a:xfrm>
          <a:prstGeom prst="curvedConnector2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6BF52C0-D096-4602-EC6E-D14CA12CEE10}"/>
              </a:ext>
            </a:extLst>
          </p:cNvPr>
          <p:cNvSpPr txBox="1"/>
          <p:nvPr/>
        </p:nvSpPr>
        <p:spPr>
          <a:xfrm>
            <a:off x="986988" y="5106822"/>
            <a:ext cx="736099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18AD1B7-9DCD-CB9C-A230-617222260C12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723087" y="5291488"/>
            <a:ext cx="652251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40E74C9-D39C-C127-7C27-E07816D06629}"/>
              </a:ext>
            </a:extLst>
          </p:cNvPr>
          <p:cNvSpPr txBox="1"/>
          <p:nvPr/>
        </p:nvSpPr>
        <p:spPr>
          <a:xfrm>
            <a:off x="2459186" y="5106822"/>
            <a:ext cx="171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Remote branch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E6D8D2-8227-F38E-3358-1A1CB3A69536}"/>
              </a:ext>
            </a:extLst>
          </p:cNvPr>
          <p:cNvSpPr txBox="1"/>
          <p:nvPr/>
        </p:nvSpPr>
        <p:spPr>
          <a:xfrm>
            <a:off x="882600" y="4680799"/>
            <a:ext cx="944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Legend</a:t>
            </a:r>
          </a:p>
        </p:txBody>
      </p:sp>
    </p:spTree>
    <p:extLst>
      <p:ext uri="{BB962C8B-B14F-4D97-AF65-F5344CB8AC3E}">
        <p14:creationId xmlns:p14="http://schemas.microsoft.com/office/powerpoint/2010/main" val="3804642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DE1BD-18F4-D995-8B17-131707726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FF4205D4-B7BA-B464-45DB-006525D85060}"/>
              </a:ext>
            </a:extLst>
          </p:cNvPr>
          <p:cNvGrpSpPr/>
          <p:nvPr/>
        </p:nvGrpSpPr>
        <p:grpSpPr>
          <a:xfrm>
            <a:off x="1527325" y="646568"/>
            <a:ext cx="9005852" cy="1641413"/>
            <a:chOff x="1527325" y="646568"/>
            <a:chExt cx="9005852" cy="164141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8B1D326-9ECD-78CC-DBF5-E249092CDE51}"/>
                </a:ext>
              </a:extLst>
            </p:cNvPr>
            <p:cNvGrpSpPr/>
            <p:nvPr/>
          </p:nvGrpSpPr>
          <p:grpSpPr>
            <a:xfrm>
              <a:off x="1527325" y="646568"/>
              <a:ext cx="1371600" cy="1641413"/>
              <a:chOff x="1527325" y="646568"/>
              <a:chExt cx="1371600" cy="1641413"/>
            </a:xfrm>
          </p:grpSpPr>
          <p:pic>
            <p:nvPicPr>
              <p:cNvPr id="5" name="Graphic 4" descr="Folder outline">
                <a:extLst>
                  <a:ext uri="{FF2B5EF4-FFF2-40B4-BE49-F238E27FC236}">
                    <a16:creationId xmlns:a16="http://schemas.microsoft.com/office/drawing/2014/main" id="{BDD1D179-CEF3-E5E6-B5D9-CAC9785DDB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27325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5EA00FF-7C4B-705C-1182-3FDA32070CFB}"/>
                  </a:ext>
                </a:extLst>
              </p:cNvPr>
              <p:cNvSpPr txBox="1"/>
              <p:nvPr/>
            </p:nvSpPr>
            <p:spPr>
              <a:xfrm>
                <a:off x="1560190" y="646568"/>
                <a:ext cx="1305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Workspace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692DDC3-760B-C970-A6CF-4C43CC38479C}"/>
                </a:ext>
              </a:extLst>
            </p:cNvPr>
            <p:cNvGrpSpPr/>
            <p:nvPr/>
          </p:nvGrpSpPr>
          <p:grpSpPr>
            <a:xfrm>
              <a:off x="4751506" y="646568"/>
              <a:ext cx="1846916" cy="1641413"/>
              <a:chOff x="5302429" y="646568"/>
              <a:chExt cx="1846916" cy="1641413"/>
            </a:xfrm>
          </p:grpSpPr>
          <p:pic>
            <p:nvPicPr>
              <p:cNvPr id="7" name="Graphic 6" descr="Database outline">
                <a:extLst>
                  <a:ext uri="{FF2B5EF4-FFF2-40B4-BE49-F238E27FC236}">
                    <a16:creationId xmlns:a16="http://schemas.microsoft.com/office/drawing/2014/main" id="{E0FDE5A0-8EBB-BE38-9C7C-D1EB7DBE32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540087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1A3D6A-D40B-AC09-F64B-2E825A00B0A8}"/>
                  </a:ext>
                </a:extLst>
              </p:cNvPr>
              <p:cNvSpPr txBox="1"/>
              <p:nvPr/>
            </p:nvSpPr>
            <p:spPr>
              <a:xfrm>
                <a:off x="5302429" y="646568"/>
                <a:ext cx="18469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Local Repository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392DE94-2E2E-3E71-A9BD-83621A0B256E}"/>
                </a:ext>
              </a:extLst>
            </p:cNvPr>
            <p:cNvGrpSpPr/>
            <p:nvPr/>
          </p:nvGrpSpPr>
          <p:grpSpPr>
            <a:xfrm>
              <a:off x="8451004" y="646568"/>
              <a:ext cx="2082173" cy="1641413"/>
              <a:chOff x="8451004" y="646568"/>
              <a:chExt cx="2082173" cy="1641413"/>
            </a:xfrm>
          </p:grpSpPr>
          <p:pic>
            <p:nvPicPr>
              <p:cNvPr id="9" name="Graphic 8" descr="Database with solid fill">
                <a:extLst>
                  <a:ext uri="{FF2B5EF4-FFF2-40B4-BE49-F238E27FC236}">
                    <a16:creationId xmlns:a16="http://schemas.microsoft.com/office/drawing/2014/main" id="{B65D4C49-EE86-DB27-ABE5-492D5F5C5D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806194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97D63C7-E95A-4B6D-EECC-67CE385E5272}"/>
                  </a:ext>
                </a:extLst>
              </p:cNvPr>
              <p:cNvSpPr txBox="1"/>
              <p:nvPr/>
            </p:nvSpPr>
            <p:spPr>
              <a:xfrm>
                <a:off x="8451004" y="646568"/>
                <a:ext cx="20821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Remote Repository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A67E72F-0701-85A1-21BD-925102E396C5}"/>
              </a:ext>
            </a:extLst>
          </p:cNvPr>
          <p:cNvSpPr txBox="1"/>
          <p:nvPr/>
        </p:nvSpPr>
        <p:spPr>
          <a:xfrm>
            <a:off x="167641" y="48300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clone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B5F265-E29B-B798-7595-4D4D8E660A6D}"/>
              </a:ext>
            </a:extLst>
          </p:cNvPr>
          <p:cNvCxnSpPr>
            <a:cxnSpLocks/>
          </p:cNvCxnSpPr>
          <p:nvPr/>
        </p:nvCxnSpPr>
        <p:spPr>
          <a:xfrm flipV="1">
            <a:off x="9483142" y="2112976"/>
            <a:ext cx="0" cy="191637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796FC3A-8051-0B64-F126-EA0781785092}"/>
              </a:ext>
            </a:extLst>
          </p:cNvPr>
          <p:cNvSpPr txBox="1"/>
          <p:nvPr/>
        </p:nvSpPr>
        <p:spPr>
          <a:xfrm>
            <a:off x="9540366" y="2287981"/>
            <a:ext cx="1711494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DDAE9E-884C-4751-0865-FE2AF70475C6}"/>
              </a:ext>
            </a:extLst>
          </p:cNvPr>
          <p:cNvSpPr txBox="1"/>
          <p:nvPr/>
        </p:nvSpPr>
        <p:spPr>
          <a:xfrm>
            <a:off x="9540366" y="3240391"/>
            <a:ext cx="171630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b424cc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1BAA093-B271-32C5-090F-28482FD1627C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10396113" y="3026645"/>
            <a:ext cx="2405" cy="21374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C5F7437-441F-C902-AC5D-724FE1C26F05}"/>
              </a:ext>
            </a:extLst>
          </p:cNvPr>
          <p:cNvSpPr txBox="1"/>
          <p:nvPr/>
        </p:nvSpPr>
        <p:spPr>
          <a:xfrm>
            <a:off x="10447082" y="3001197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diff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8C5D7A-BECC-C70C-A851-A4C9F7DED50C}"/>
              </a:ext>
            </a:extLst>
          </p:cNvPr>
          <p:cNvSpPr txBox="1"/>
          <p:nvPr/>
        </p:nvSpPr>
        <p:spPr>
          <a:xfrm>
            <a:off x="8305429" y="1743644"/>
            <a:ext cx="736099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2A803F95-1E74-4733-B23A-D668175F1E26}"/>
              </a:ext>
            </a:extLst>
          </p:cNvPr>
          <p:cNvCxnSpPr>
            <a:cxnSpLocks/>
            <a:stCxn id="19" idx="2"/>
            <a:endCxn id="4" idx="1"/>
          </p:cNvCxnSpPr>
          <p:nvPr/>
        </p:nvCxnSpPr>
        <p:spPr>
          <a:xfrm rot="16200000" flipH="1">
            <a:off x="8834754" y="1951700"/>
            <a:ext cx="544337" cy="866887"/>
          </a:xfrm>
          <a:prstGeom prst="curvedConnector2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BED9CF7-51F5-BAAB-C87B-1DE21B2B00D8}"/>
              </a:ext>
            </a:extLst>
          </p:cNvPr>
          <p:cNvSpPr txBox="1"/>
          <p:nvPr/>
        </p:nvSpPr>
        <p:spPr>
          <a:xfrm>
            <a:off x="8408569" y="4345731"/>
            <a:ext cx="736099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rand</a:t>
            </a:r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A295CD9E-D774-E635-62C9-055FB1C6C716}"/>
              </a:ext>
            </a:extLst>
          </p:cNvPr>
          <p:cNvCxnSpPr>
            <a:cxnSpLocks/>
            <a:stCxn id="22" idx="0"/>
            <a:endCxn id="6" idx="1"/>
          </p:cNvCxnSpPr>
          <p:nvPr/>
        </p:nvCxnSpPr>
        <p:spPr>
          <a:xfrm rot="5400000" flipH="1" flipV="1">
            <a:off x="8744322" y="3549688"/>
            <a:ext cx="828341" cy="763747"/>
          </a:xfrm>
          <a:prstGeom prst="curvedConnector2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Github Logo - Free social media icons">
            <a:extLst>
              <a:ext uri="{FF2B5EF4-FFF2-40B4-BE49-F238E27FC236}">
                <a16:creationId xmlns:a16="http://schemas.microsoft.com/office/drawing/2014/main" id="{BCF0D38E-2B5D-7810-F407-44D134DFA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2984" y="623720"/>
            <a:ext cx="436567" cy="43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A60722B-039A-665B-EC67-E8399D231B0B}"/>
              </a:ext>
            </a:extLst>
          </p:cNvPr>
          <p:cNvCxnSpPr>
            <a:cxnSpLocks/>
          </p:cNvCxnSpPr>
          <p:nvPr/>
        </p:nvCxnSpPr>
        <p:spPr>
          <a:xfrm flipV="1">
            <a:off x="5673142" y="2144505"/>
            <a:ext cx="0" cy="20057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6A78032-5FF8-D7BE-A401-DD36C180FC9B}"/>
              </a:ext>
            </a:extLst>
          </p:cNvPr>
          <p:cNvSpPr txBox="1"/>
          <p:nvPr/>
        </p:nvSpPr>
        <p:spPr>
          <a:xfrm>
            <a:off x="5866648" y="2358531"/>
            <a:ext cx="1711494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7FB714-0916-9B92-6AF6-64BD11DA1037}"/>
              </a:ext>
            </a:extLst>
          </p:cNvPr>
          <p:cNvSpPr txBox="1"/>
          <p:nvPr/>
        </p:nvSpPr>
        <p:spPr>
          <a:xfrm>
            <a:off x="6529747" y="1729525"/>
            <a:ext cx="736099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60EE639E-BD13-D1D1-65B3-1B6C1D3A6974}"/>
              </a:ext>
            </a:extLst>
          </p:cNvPr>
          <p:cNvCxnSpPr>
            <a:cxnSpLocks/>
            <a:stCxn id="28" idx="2"/>
            <a:endCxn id="27" idx="0"/>
          </p:cNvCxnSpPr>
          <p:nvPr/>
        </p:nvCxnSpPr>
        <p:spPr>
          <a:xfrm rot="5400000">
            <a:off x="6680259" y="2140993"/>
            <a:ext cx="259674" cy="175402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22B3B02-B264-5E8D-D6EA-899112A413C6}"/>
              </a:ext>
            </a:extLst>
          </p:cNvPr>
          <p:cNvSpPr txBox="1"/>
          <p:nvPr/>
        </p:nvSpPr>
        <p:spPr>
          <a:xfrm>
            <a:off x="6868699" y="4347628"/>
            <a:ext cx="736099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dash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rand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E0AD963-CD9C-C18D-7001-E98B3D4C0A7C}"/>
              </a:ext>
            </a:extLst>
          </p:cNvPr>
          <p:cNvCxnSpPr>
            <a:stCxn id="32" idx="3"/>
            <a:endCxn id="22" idx="1"/>
          </p:cNvCxnSpPr>
          <p:nvPr/>
        </p:nvCxnSpPr>
        <p:spPr>
          <a:xfrm flipV="1">
            <a:off x="7604798" y="4530397"/>
            <a:ext cx="803771" cy="1897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694CA99-80C0-C4AC-B8DF-937E6AB5D646}"/>
              </a:ext>
            </a:extLst>
          </p:cNvPr>
          <p:cNvCxnSpPr>
            <a:cxnSpLocks/>
            <a:stCxn id="28" idx="3"/>
            <a:endCxn id="19" idx="1"/>
          </p:cNvCxnSpPr>
          <p:nvPr/>
        </p:nvCxnSpPr>
        <p:spPr>
          <a:xfrm>
            <a:off x="7265846" y="1914191"/>
            <a:ext cx="1039583" cy="14119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DBC3BC3-F49F-AB96-8E35-3919C437120D}"/>
              </a:ext>
            </a:extLst>
          </p:cNvPr>
          <p:cNvCxnSpPr>
            <a:cxnSpLocks/>
          </p:cNvCxnSpPr>
          <p:nvPr/>
        </p:nvCxnSpPr>
        <p:spPr>
          <a:xfrm flipV="1">
            <a:off x="2213125" y="1993695"/>
            <a:ext cx="0" cy="20057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52E3A45-17C6-DB0F-BA13-154DD05FC476}"/>
              </a:ext>
            </a:extLst>
          </p:cNvPr>
          <p:cNvCxnSpPr>
            <a:cxnSpLocks/>
          </p:cNvCxnSpPr>
          <p:nvPr/>
        </p:nvCxnSpPr>
        <p:spPr>
          <a:xfrm flipH="1">
            <a:off x="2375338" y="2885235"/>
            <a:ext cx="3491310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B5F375C-C3DA-6D85-C66C-01998BC52C7C}"/>
              </a:ext>
            </a:extLst>
          </p:cNvPr>
          <p:cNvSpPr txBox="1"/>
          <p:nvPr/>
        </p:nvSpPr>
        <p:spPr>
          <a:xfrm>
            <a:off x="1197090" y="2685696"/>
            <a:ext cx="1178248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calc.py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0C09CA4-55C9-69C8-38BF-2C2E816C9CD2}"/>
              </a:ext>
            </a:extLst>
          </p:cNvPr>
          <p:cNvCxnSpPr>
            <a:cxnSpLocks/>
          </p:cNvCxnSpPr>
          <p:nvPr/>
        </p:nvCxnSpPr>
        <p:spPr>
          <a:xfrm flipH="1" flipV="1">
            <a:off x="7578142" y="2885235"/>
            <a:ext cx="2000534" cy="15839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E92BBF8-CA44-8310-2462-16F0AC3B02A2}"/>
              </a:ext>
            </a:extLst>
          </p:cNvPr>
          <p:cNvSpPr txBox="1"/>
          <p:nvPr/>
        </p:nvSpPr>
        <p:spPr>
          <a:xfrm>
            <a:off x="5868188" y="3339994"/>
            <a:ext cx="171630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b424cc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E755FBB-CFE5-FF73-3E45-4DFE5B6F7C93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6723935" y="3126248"/>
            <a:ext cx="2405" cy="21374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F1940DE-0615-EA96-D14E-5A30D8C6731B}"/>
              </a:ext>
            </a:extLst>
          </p:cNvPr>
          <p:cNvSpPr txBox="1"/>
          <p:nvPr/>
        </p:nvSpPr>
        <p:spPr>
          <a:xfrm>
            <a:off x="6724800" y="3100800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diff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8A4371-67F9-7957-DD9B-65F44770C7DD}"/>
              </a:ext>
            </a:extLst>
          </p:cNvPr>
          <p:cNvSpPr txBox="1"/>
          <p:nvPr/>
        </p:nvSpPr>
        <p:spPr>
          <a:xfrm>
            <a:off x="7771647" y="2501727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clone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26D1AF-AE3A-74AC-7992-31F77888ACAD}"/>
              </a:ext>
            </a:extLst>
          </p:cNvPr>
          <p:cNvSpPr txBox="1"/>
          <p:nvPr/>
        </p:nvSpPr>
        <p:spPr>
          <a:xfrm>
            <a:off x="3371190" y="2488610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clone</a:t>
            </a:r>
          </a:p>
        </p:txBody>
      </p: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E07FF206-F438-1A93-C767-A451D0186406}"/>
              </a:ext>
            </a:extLst>
          </p:cNvPr>
          <p:cNvGrpSpPr/>
          <p:nvPr/>
        </p:nvGrpSpPr>
        <p:grpSpPr>
          <a:xfrm>
            <a:off x="882600" y="4680799"/>
            <a:ext cx="5922584" cy="2056401"/>
            <a:chOff x="882600" y="4680799"/>
            <a:chExt cx="5922584" cy="2056401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3FB70C1-8053-37DB-DEFA-86906C0039A8}"/>
                </a:ext>
              </a:extLst>
            </p:cNvPr>
            <p:cNvSpPr txBox="1"/>
            <p:nvPr/>
          </p:nvSpPr>
          <p:spPr>
            <a:xfrm>
              <a:off x="986988" y="5106822"/>
              <a:ext cx="736099" cy="369332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44DB774-7589-1598-0269-39D53F47C0A4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>
              <a:off x="1723087" y="5291488"/>
              <a:ext cx="652251" cy="0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06CD27E-9BF7-1853-B73E-5F20A9B055CB}"/>
                </a:ext>
              </a:extLst>
            </p:cNvPr>
            <p:cNvSpPr txBox="1"/>
            <p:nvPr/>
          </p:nvSpPr>
          <p:spPr>
            <a:xfrm>
              <a:off x="986988" y="6071036"/>
              <a:ext cx="736099" cy="369332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964229C3-72DD-5028-9083-86F45EC8F2FC}"/>
                </a:ext>
              </a:extLst>
            </p:cNvPr>
            <p:cNvCxnSpPr>
              <a:cxnSpLocks/>
              <a:stCxn id="43" idx="3"/>
            </p:cNvCxnSpPr>
            <p:nvPr/>
          </p:nvCxnSpPr>
          <p:spPr>
            <a:xfrm>
              <a:off x="1723087" y="6255702"/>
              <a:ext cx="652251" cy="0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09D90F6-1160-A5E0-1F3C-7ED6C1BEF6A0}"/>
                </a:ext>
              </a:extLst>
            </p:cNvPr>
            <p:cNvSpPr txBox="1"/>
            <p:nvPr/>
          </p:nvSpPr>
          <p:spPr>
            <a:xfrm>
              <a:off x="986988" y="5589537"/>
              <a:ext cx="736099" cy="36933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prstDash val="dash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rand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1480CD3D-8C31-B7A1-C55A-AF7990A3F0F3}"/>
                </a:ext>
              </a:extLst>
            </p:cNvPr>
            <p:cNvCxnSpPr>
              <a:cxnSpLocks/>
              <a:stCxn id="57" idx="3"/>
            </p:cNvCxnSpPr>
            <p:nvPr/>
          </p:nvCxnSpPr>
          <p:spPr>
            <a:xfrm flipV="1">
              <a:off x="1723087" y="5758848"/>
              <a:ext cx="652251" cy="15355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EA360C1-C326-13C3-E7C7-10D0656C6EC4}"/>
                </a:ext>
              </a:extLst>
            </p:cNvPr>
            <p:cNvSpPr txBox="1"/>
            <p:nvPr/>
          </p:nvSpPr>
          <p:spPr>
            <a:xfrm>
              <a:off x="2459186" y="5106822"/>
              <a:ext cx="1710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Remote branch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55ACAEC-45EF-C3AE-5F87-A16290343004}"/>
                </a:ext>
              </a:extLst>
            </p:cNvPr>
            <p:cNvSpPr txBox="1"/>
            <p:nvPr/>
          </p:nvSpPr>
          <p:spPr>
            <a:xfrm>
              <a:off x="2465824" y="5574182"/>
              <a:ext cx="25855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Remote-tracking branch</a:t>
              </a:r>
            </a:p>
          </p:txBody>
        </p:sp>
        <p:cxnSp>
          <p:nvCxnSpPr>
            <p:cNvPr id="62" name="Curved Connector 61">
              <a:extLst>
                <a:ext uri="{FF2B5EF4-FFF2-40B4-BE49-F238E27FC236}">
                  <a16:creationId xmlns:a16="http://schemas.microsoft.com/office/drawing/2014/main" id="{C20099D5-5642-4EFE-AF88-790FCD23E412}"/>
                </a:ext>
              </a:extLst>
            </p:cNvPr>
            <p:cNvCxnSpPr>
              <a:cxnSpLocks/>
              <a:stCxn id="43" idx="2"/>
            </p:cNvCxnSpPr>
            <p:nvPr/>
          </p:nvCxnSpPr>
          <p:spPr>
            <a:xfrm rot="5400000">
              <a:off x="1127648" y="6509810"/>
              <a:ext cx="296833" cy="157948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7716C4F3-95AB-281A-1BC0-A887FADEF6AC}"/>
                </a:ext>
              </a:extLst>
            </p:cNvPr>
            <p:cNvSpPr txBox="1"/>
            <p:nvPr/>
          </p:nvSpPr>
          <p:spPr>
            <a:xfrm>
              <a:off x="2459186" y="6071035"/>
              <a:ext cx="43459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Local branch with remote-tracking branch</a:t>
              </a:r>
            </a:p>
          </p:txBody>
        </p:sp>
        <p:sp>
          <p:nvSpPr>
            <p:cNvPr id="1028" name="TextBox 1027">
              <a:extLst>
                <a:ext uri="{FF2B5EF4-FFF2-40B4-BE49-F238E27FC236}">
                  <a16:creationId xmlns:a16="http://schemas.microsoft.com/office/drawing/2014/main" id="{2E1D16A4-2BB1-6DAC-9822-CD4FEE1AFE44}"/>
                </a:ext>
              </a:extLst>
            </p:cNvPr>
            <p:cNvSpPr txBox="1"/>
            <p:nvPr/>
          </p:nvSpPr>
          <p:spPr>
            <a:xfrm>
              <a:off x="882600" y="4680799"/>
              <a:ext cx="9448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Legend</a:t>
              </a:r>
            </a:p>
          </p:txBody>
        </p:sp>
      </p:grpSp>
      <p:sp>
        <p:nvSpPr>
          <p:cNvPr id="1031" name="TextBox 1030">
            <a:extLst>
              <a:ext uri="{FF2B5EF4-FFF2-40B4-BE49-F238E27FC236}">
                <a16:creationId xmlns:a16="http://schemas.microsoft.com/office/drawing/2014/main" id="{9A0180A4-D57C-3EFD-91D2-F3FFD9B47FE5}"/>
              </a:ext>
            </a:extLst>
          </p:cNvPr>
          <p:cNvSpPr txBox="1"/>
          <p:nvPr/>
        </p:nvSpPr>
        <p:spPr>
          <a:xfrm>
            <a:off x="1560190" y="1379948"/>
            <a:ext cx="1132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337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373E8-B0DF-7C2A-DB8A-C1E598389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487087D1-284A-12B4-A036-4D8812EE1A08}"/>
              </a:ext>
            </a:extLst>
          </p:cNvPr>
          <p:cNvGrpSpPr/>
          <p:nvPr/>
        </p:nvGrpSpPr>
        <p:grpSpPr>
          <a:xfrm>
            <a:off x="1527325" y="646568"/>
            <a:ext cx="9005852" cy="1641413"/>
            <a:chOff x="1527325" y="646568"/>
            <a:chExt cx="9005852" cy="164141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8CE5B35-46FA-6887-06D9-43CE142DF66B}"/>
                </a:ext>
              </a:extLst>
            </p:cNvPr>
            <p:cNvGrpSpPr/>
            <p:nvPr/>
          </p:nvGrpSpPr>
          <p:grpSpPr>
            <a:xfrm>
              <a:off x="1527325" y="646568"/>
              <a:ext cx="1371600" cy="1641413"/>
              <a:chOff x="1527325" y="646568"/>
              <a:chExt cx="1371600" cy="1641413"/>
            </a:xfrm>
          </p:grpSpPr>
          <p:pic>
            <p:nvPicPr>
              <p:cNvPr id="5" name="Graphic 4" descr="Folder outline">
                <a:extLst>
                  <a:ext uri="{FF2B5EF4-FFF2-40B4-BE49-F238E27FC236}">
                    <a16:creationId xmlns:a16="http://schemas.microsoft.com/office/drawing/2014/main" id="{1DB6FE1E-2B99-DDB4-E515-C3D43417B3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27325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95A19A0-3FF3-D20D-B7B2-81F9AF2BE71B}"/>
                  </a:ext>
                </a:extLst>
              </p:cNvPr>
              <p:cNvSpPr txBox="1"/>
              <p:nvPr/>
            </p:nvSpPr>
            <p:spPr>
              <a:xfrm>
                <a:off x="1560190" y="646568"/>
                <a:ext cx="1305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Workspace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FDD622F-0853-C127-836D-0048EED66F4E}"/>
                </a:ext>
              </a:extLst>
            </p:cNvPr>
            <p:cNvGrpSpPr/>
            <p:nvPr/>
          </p:nvGrpSpPr>
          <p:grpSpPr>
            <a:xfrm>
              <a:off x="4751506" y="646568"/>
              <a:ext cx="1846916" cy="1641413"/>
              <a:chOff x="5302429" y="646568"/>
              <a:chExt cx="1846916" cy="1641413"/>
            </a:xfrm>
          </p:grpSpPr>
          <p:pic>
            <p:nvPicPr>
              <p:cNvPr id="7" name="Graphic 6" descr="Database outline">
                <a:extLst>
                  <a:ext uri="{FF2B5EF4-FFF2-40B4-BE49-F238E27FC236}">
                    <a16:creationId xmlns:a16="http://schemas.microsoft.com/office/drawing/2014/main" id="{2F956D96-0705-33B2-9867-1C11ED880B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540087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958B769-5FBE-154A-9C4D-931A7BAD0505}"/>
                  </a:ext>
                </a:extLst>
              </p:cNvPr>
              <p:cNvSpPr txBox="1"/>
              <p:nvPr/>
            </p:nvSpPr>
            <p:spPr>
              <a:xfrm>
                <a:off x="5302429" y="646568"/>
                <a:ext cx="18469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Local Repository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BA5C98B-4FD5-E438-B544-9932A1D35A10}"/>
                </a:ext>
              </a:extLst>
            </p:cNvPr>
            <p:cNvGrpSpPr/>
            <p:nvPr/>
          </p:nvGrpSpPr>
          <p:grpSpPr>
            <a:xfrm>
              <a:off x="8451004" y="646568"/>
              <a:ext cx="2082173" cy="1641413"/>
              <a:chOff x="8451004" y="646568"/>
              <a:chExt cx="2082173" cy="1641413"/>
            </a:xfrm>
          </p:grpSpPr>
          <p:pic>
            <p:nvPicPr>
              <p:cNvPr id="9" name="Graphic 8" descr="Database with solid fill">
                <a:extLst>
                  <a:ext uri="{FF2B5EF4-FFF2-40B4-BE49-F238E27FC236}">
                    <a16:creationId xmlns:a16="http://schemas.microsoft.com/office/drawing/2014/main" id="{D265A49A-BBD7-F07D-85B7-7C80DAA7EC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806194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F6851D-6882-0BBD-BD31-7CC7382F5876}"/>
                  </a:ext>
                </a:extLst>
              </p:cNvPr>
              <p:cNvSpPr txBox="1"/>
              <p:nvPr/>
            </p:nvSpPr>
            <p:spPr>
              <a:xfrm>
                <a:off x="8451004" y="646568"/>
                <a:ext cx="20821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Remote Repository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0C3B7D1-BCCF-16BE-E9BA-B13D9DA736AF}"/>
              </a:ext>
            </a:extLst>
          </p:cNvPr>
          <p:cNvSpPr txBox="1"/>
          <p:nvPr/>
        </p:nvSpPr>
        <p:spPr>
          <a:xfrm>
            <a:off x="100605" y="78379"/>
            <a:ext cx="2567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remote – new version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284F30-EA76-C0B0-31B9-2C76634A8531}"/>
              </a:ext>
            </a:extLst>
          </p:cNvPr>
          <p:cNvCxnSpPr>
            <a:cxnSpLocks/>
          </p:cNvCxnSpPr>
          <p:nvPr/>
        </p:nvCxnSpPr>
        <p:spPr>
          <a:xfrm flipV="1">
            <a:off x="9483142" y="2112976"/>
            <a:ext cx="0" cy="291273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CEE0CFA-35B2-A63F-BE33-2EABB1DA9844}"/>
              </a:ext>
            </a:extLst>
          </p:cNvPr>
          <p:cNvSpPr txBox="1"/>
          <p:nvPr/>
        </p:nvSpPr>
        <p:spPr>
          <a:xfrm>
            <a:off x="9540366" y="2287981"/>
            <a:ext cx="1711494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D1F814-E631-F42D-FF6E-3465CACF9DD5}"/>
              </a:ext>
            </a:extLst>
          </p:cNvPr>
          <p:cNvSpPr txBox="1"/>
          <p:nvPr/>
        </p:nvSpPr>
        <p:spPr>
          <a:xfrm>
            <a:off x="9538687" y="4092170"/>
            <a:ext cx="1665008" cy="553998"/>
          </a:xfrm>
          <a:prstGeom prst="rect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98f2d1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8B19F14-BFC2-7874-C593-8811981F938E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10389859" y="3026645"/>
            <a:ext cx="6254" cy="25155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FAF11B1-5E19-2FAE-4460-524719EBA0DA}"/>
              </a:ext>
            </a:extLst>
          </p:cNvPr>
          <p:cNvSpPr txBox="1"/>
          <p:nvPr/>
        </p:nvSpPr>
        <p:spPr>
          <a:xfrm>
            <a:off x="10447082" y="3001197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diff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E46B36-7BE9-EC68-298D-1573E8F25ECD}"/>
              </a:ext>
            </a:extLst>
          </p:cNvPr>
          <p:cNvSpPr txBox="1"/>
          <p:nvPr/>
        </p:nvSpPr>
        <p:spPr>
          <a:xfrm>
            <a:off x="8305429" y="1743644"/>
            <a:ext cx="736099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F55F864C-B700-DEF2-EC30-D83A169617A5}"/>
              </a:ext>
            </a:extLst>
          </p:cNvPr>
          <p:cNvCxnSpPr>
            <a:cxnSpLocks/>
            <a:stCxn id="19" idx="2"/>
            <a:endCxn id="4" idx="1"/>
          </p:cNvCxnSpPr>
          <p:nvPr/>
        </p:nvCxnSpPr>
        <p:spPr>
          <a:xfrm rot="16200000" flipH="1">
            <a:off x="8834754" y="1951700"/>
            <a:ext cx="544337" cy="866887"/>
          </a:xfrm>
          <a:prstGeom prst="curvedConnector2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364F55F-B29A-3D6D-F2F8-E6CCFD709116}"/>
              </a:ext>
            </a:extLst>
          </p:cNvPr>
          <p:cNvSpPr txBox="1"/>
          <p:nvPr/>
        </p:nvSpPr>
        <p:spPr>
          <a:xfrm>
            <a:off x="8370821" y="4549782"/>
            <a:ext cx="736099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rand</a:t>
            </a:r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63DD0EB9-DF35-5D21-2CE6-414DDDE77A4A}"/>
              </a:ext>
            </a:extLst>
          </p:cNvPr>
          <p:cNvCxnSpPr>
            <a:cxnSpLocks/>
            <a:stCxn id="22" idx="0"/>
            <a:endCxn id="6" idx="1"/>
          </p:cNvCxnSpPr>
          <p:nvPr/>
        </p:nvCxnSpPr>
        <p:spPr>
          <a:xfrm rot="5400000" flipH="1" flipV="1">
            <a:off x="9048473" y="4059568"/>
            <a:ext cx="180613" cy="799816"/>
          </a:xfrm>
          <a:prstGeom prst="curvedConnector2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Github Logo - Free social media icons">
            <a:extLst>
              <a:ext uri="{FF2B5EF4-FFF2-40B4-BE49-F238E27FC236}">
                <a16:creationId xmlns:a16="http://schemas.microsoft.com/office/drawing/2014/main" id="{4851C601-EF29-C47C-8E5B-6EE05BAA9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2984" y="623720"/>
            <a:ext cx="436567" cy="43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B4BEDA6-50A0-39AC-7AEA-4B508D69DE9E}"/>
              </a:ext>
            </a:extLst>
          </p:cNvPr>
          <p:cNvCxnSpPr>
            <a:cxnSpLocks/>
          </p:cNvCxnSpPr>
          <p:nvPr/>
        </p:nvCxnSpPr>
        <p:spPr>
          <a:xfrm flipV="1">
            <a:off x="5673142" y="2144505"/>
            <a:ext cx="0" cy="288120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6A3F9E7-C8CC-2C0D-7484-D28235063062}"/>
              </a:ext>
            </a:extLst>
          </p:cNvPr>
          <p:cNvSpPr txBox="1"/>
          <p:nvPr/>
        </p:nvSpPr>
        <p:spPr>
          <a:xfrm>
            <a:off x="5866648" y="2358531"/>
            <a:ext cx="1711494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E56EE2-1391-21C7-3B6F-7FE7CF4581AF}"/>
              </a:ext>
            </a:extLst>
          </p:cNvPr>
          <p:cNvSpPr txBox="1"/>
          <p:nvPr/>
        </p:nvSpPr>
        <p:spPr>
          <a:xfrm>
            <a:off x="6529747" y="1729525"/>
            <a:ext cx="736099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36CF2403-FD9D-66B9-D40F-F1BDF9C3A2A0}"/>
              </a:ext>
            </a:extLst>
          </p:cNvPr>
          <p:cNvCxnSpPr>
            <a:cxnSpLocks/>
            <a:stCxn id="28" idx="2"/>
            <a:endCxn id="27" idx="0"/>
          </p:cNvCxnSpPr>
          <p:nvPr/>
        </p:nvCxnSpPr>
        <p:spPr>
          <a:xfrm rot="5400000">
            <a:off x="6680259" y="2140993"/>
            <a:ext cx="259674" cy="175402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4F472D1-7507-FA74-AF23-D1B0E6BF9F22}"/>
              </a:ext>
            </a:extLst>
          </p:cNvPr>
          <p:cNvCxnSpPr>
            <a:cxnSpLocks/>
            <a:stCxn id="28" idx="3"/>
            <a:endCxn id="19" idx="1"/>
          </p:cNvCxnSpPr>
          <p:nvPr/>
        </p:nvCxnSpPr>
        <p:spPr>
          <a:xfrm>
            <a:off x="7265846" y="1914191"/>
            <a:ext cx="1039583" cy="14119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1F53720-2379-9283-3DA0-69207AA6B75D}"/>
              </a:ext>
            </a:extLst>
          </p:cNvPr>
          <p:cNvCxnSpPr>
            <a:cxnSpLocks/>
          </p:cNvCxnSpPr>
          <p:nvPr/>
        </p:nvCxnSpPr>
        <p:spPr>
          <a:xfrm flipV="1">
            <a:off x="2213125" y="1993695"/>
            <a:ext cx="0" cy="2925419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BD9F13F-F141-656C-03FF-24FD09850476}"/>
              </a:ext>
            </a:extLst>
          </p:cNvPr>
          <p:cNvSpPr txBox="1"/>
          <p:nvPr/>
        </p:nvSpPr>
        <p:spPr>
          <a:xfrm>
            <a:off x="1197090" y="2685696"/>
            <a:ext cx="1178248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calc.py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4A3AB2-811F-01D3-CAA4-E20FC79B7247}"/>
              </a:ext>
            </a:extLst>
          </p:cNvPr>
          <p:cNvSpPr txBox="1"/>
          <p:nvPr/>
        </p:nvSpPr>
        <p:spPr>
          <a:xfrm>
            <a:off x="9540366" y="3273448"/>
            <a:ext cx="171630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b424cc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12E8597-106D-DF19-D088-4A05D9579D8C}"/>
              </a:ext>
            </a:extLst>
          </p:cNvPr>
          <p:cNvCxnSpPr>
            <a:cxnSpLocks/>
            <a:stCxn id="26" idx="2"/>
            <a:endCxn id="6" idx="0"/>
          </p:cNvCxnSpPr>
          <p:nvPr/>
        </p:nvCxnSpPr>
        <p:spPr>
          <a:xfrm flipH="1">
            <a:off x="10371191" y="3827446"/>
            <a:ext cx="27327" cy="26472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9DDA720-41DE-D3BB-89DD-1A81D8969AE3}"/>
              </a:ext>
            </a:extLst>
          </p:cNvPr>
          <p:cNvSpPr txBox="1"/>
          <p:nvPr/>
        </p:nvSpPr>
        <p:spPr>
          <a:xfrm>
            <a:off x="10438941" y="3788789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diff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5AD8EB6-EEB3-F42D-9C72-C887C6C06E4A}"/>
              </a:ext>
            </a:extLst>
          </p:cNvPr>
          <p:cNvSpPr txBox="1"/>
          <p:nvPr/>
        </p:nvSpPr>
        <p:spPr>
          <a:xfrm>
            <a:off x="5851534" y="3315808"/>
            <a:ext cx="171630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b424cc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3CA5E28-A054-7494-6337-81EE457F6F00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6707281" y="3102062"/>
            <a:ext cx="2405" cy="21374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6C8D42D8-191F-074C-284C-7EB4B4790428}"/>
              </a:ext>
            </a:extLst>
          </p:cNvPr>
          <p:cNvSpPr txBox="1"/>
          <p:nvPr/>
        </p:nvSpPr>
        <p:spPr>
          <a:xfrm>
            <a:off x="6758250" y="3076614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diff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7735D97-FFD8-81E5-2E71-50C1887DBBF8}"/>
              </a:ext>
            </a:extLst>
          </p:cNvPr>
          <p:cNvGrpSpPr/>
          <p:nvPr/>
        </p:nvGrpSpPr>
        <p:grpSpPr>
          <a:xfrm>
            <a:off x="882600" y="4680799"/>
            <a:ext cx="5922584" cy="2056401"/>
            <a:chOff x="882600" y="4680799"/>
            <a:chExt cx="5922584" cy="205640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6F66F88-5F62-C2EB-B5D1-E59BC8217667}"/>
                </a:ext>
              </a:extLst>
            </p:cNvPr>
            <p:cNvSpPr txBox="1"/>
            <p:nvPr/>
          </p:nvSpPr>
          <p:spPr>
            <a:xfrm>
              <a:off x="986988" y="5106822"/>
              <a:ext cx="736099" cy="369332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A99E3CD-8E3B-4EAB-972F-B2D1718B082D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>
              <a:off x="1723087" y="5291488"/>
              <a:ext cx="652251" cy="0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F362886-9C4E-1215-83DD-410D11D079DC}"/>
                </a:ext>
              </a:extLst>
            </p:cNvPr>
            <p:cNvSpPr txBox="1"/>
            <p:nvPr/>
          </p:nvSpPr>
          <p:spPr>
            <a:xfrm>
              <a:off x="986988" y="6071036"/>
              <a:ext cx="736099" cy="369332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2E9EC64-86C8-9909-ABB4-89A48119A4F9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>
              <a:off x="1723087" y="6255702"/>
              <a:ext cx="652251" cy="0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F9B4AAF-7331-C79B-BF9A-9E250AFE61FD}"/>
                </a:ext>
              </a:extLst>
            </p:cNvPr>
            <p:cNvSpPr txBox="1"/>
            <p:nvPr/>
          </p:nvSpPr>
          <p:spPr>
            <a:xfrm>
              <a:off x="986988" y="5589537"/>
              <a:ext cx="736099" cy="36933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prstDash val="dash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rand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D0CCD01E-01E7-6C16-AAC4-D3D7E74AD257}"/>
                </a:ext>
              </a:extLst>
            </p:cNvPr>
            <p:cNvCxnSpPr>
              <a:cxnSpLocks/>
              <a:stCxn id="32" idx="3"/>
            </p:cNvCxnSpPr>
            <p:nvPr/>
          </p:nvCxnSpPr>
          <p:spPr>
            <a:xfrm flipV="1">
              <a:off x="1723087" y="5758848"/>
              <a:ext cx="652251" cy="15355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6238CB0-14A5-A8DB-3618-B7CCA49A80A0}"/>
                </a:ext>
              </a:extLst>
            </p:cNvPr>
            <p:cNvSpPr txBox="1"/>
            <p:nvPr/>
          </p:nvSpPr>
          <p:spPr>
            <a:xfrm>
              <a:off x="2459186" y="5106822"/>
              <a:ext cx="1710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Remote branch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46D691E-07E2-BD67-D919-73C769F649F3}"/>
                </a:ext>
              </a:extLst>
            </p:cNvPr>
            <p:cNvSpPr txBox="1"/>
            <p:nvPr/>
          </p:nvSpPr>
          <p:spPr>
            <a:xfrm>
              <a:off x="2465824" y="5574182"/>
              <a:ext cx="25855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Remote-tracking branch</a:t>
              </a:r>
            </a:p>
          </p:txBody>
        </p:sp>
        <p:cxnSp>
          <p:nvCxnSpPr>
            <p:cNvPr id="39" name="Curved Connector 38">
              <a:extLst>
                <a:ext uri="{FF2B5EF4-FFF2-40B4-BE49-F238E27FC236}">
                  <a16:creationId xmlns:a16="http://schemas.microsoft.com/office/drawing/2014/main" id="{6CDE8FDE-423B-7834-6384-BAF215592937}"/>
                </a:ext>
              </a:extLst>
            </p:cNvPr>
            <p:cNvCxnSpPr>
              <a:cxnSpLocks/>
              <a:stCxn id="30" idx="2"/>
            </p:cNvCxnSpPr>
            <p:nvPr/>
          </p:nvCxnSpPr>
          <p:spPr>
            <a:xfrm rot="5400000">
              <a:off x="1127648" y="6509810"/>
              <a:ext cx="296833" cy="157948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A6C21D0-680B-A4CE-53DC-B16D3A56DE09}"/>
                </a:ext>
              </a:extLst>
            </p:cNvPr>
            <p:cNvSpPr txBox="1"/>
            <p:nvPr/>
          </p:nvSpPr>
          <p:spPr>
            <a:xfrm>
              <a:off x="2459186" y="6071035"/>
              <a:ext cx="43459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Local branch with remote-tracking branch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13DF35E-0FEB-5E3F-54C5-61A0B2235A0D}"/>
                </a:ext>
              </a:extLst>
            </p:cNvPr>
            <p:cNvSpPr txBox="1"/>
            <p:nvPr/>
          </p:nvSpPr>
          <p:spPr>
            <a:xfrm>
              <a:off x="882600" y="4680799"/>
              <a:ext cx="9448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Legend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BC07B2C8-F3E2-182B-EF47-4B5623EE6DDA}"/>
              </a:ext>
            </a:extLst>
          </p:cNvPr>
          <p:cNvSpPr txBox="1"/>
          <p:nvPr/>
        </p:nvSpPr>
        <p:spPr>
          <a:xfrm>
            <a:off x="6837015" y="4549781"/>
            <a:ext cx="736099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dash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rand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BC06CD9-DCBD-DFF5-F4ED-676455E52BFE}"/>
              </a:ext>
            </a:extLst>
          </p:cNvPr>
          <p:cNvCxnSpPr>
            <a:cxnSpLocks/>
            <a:stCxn id="42" idx="3"/>
          </p:cNvCxnSpPr>
          <p:nvPr/>
        </p:nvCxnSpPr>
        <p:spPr>
          <a:xfrm flipV="1">
            <a:off x="7573114" y="4732550"/>
            <a:ext cx="803771" cy="1897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242AE43-54F3-15E8-C0DE-B002D8CA8BF3}"/>
              </a:ext>
            </a:extLst>
          </p:cNvPr>
          <p:cNvSpPr txBox="1"/>
          <p:nvPr/>
        </p:nvSpPr>
        <p:spPr>
          <a:xfrm>
            <a:off x="1560190" y="1379948"/>
            <a:ext cx="1132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355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77888-BB1F-B5A8-2CAF-AB71D9DB7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9E2B2721-4B54-97F6-6D5F-AF9B423212F8}"/>
              </a:ext>
            </a:extLst>
          </p:cNvPr>
          <p:cNvGrpSpPr/>
          <p:nvPr/>
        </p:nvGrpSpPr>
        <p:grpSpPr>
          <a:xfrm>
            <a:off x="1527325" y="646568"/>
            <a:ext cx="9005852" cy="1641413"/>
            <a:chOff x="1527325" y="646568"/>
            <a:chExt cx="9005852" cy="164141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EAD4C7A-8B90-6BE7-A8EC-607B42874736}"/>
                </a:ext>
              </a:extLst>
            </p:cNvPr>
            <p:cNvGrpSpPr/>
            <p:nvPr/>
          </p:nvGrpSpPr>
          <p:grpSpPr>
            <a:xfrm>
              <a:off x="1527325" y="646568"/>
              <a:ext cx="1371600" cy="1641413"/>
              <a:chOff x="1527325" y="646568"/>
              <a:chExt cx="1371600" cy="1641413"/>
            </a:xfrm>
          </p:grpSpPr>
          <p:pic>
            <p:nvPicPr>
              <p:cNvPr id="5" name="Graphic 4" descr="Folder outline">
                <a:extLst>
                  <a:ext uri="{FF2B5EF4-FFF2-40B4-BE49-F238E27FC236}">
                    <a16:creationId xmlns:a16="http://schemas.microsoft.com/office/drawing/2014/main" id="{53D90036-2A66-34BC-FEFD-F6B2CD4ED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27325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653C6A8-D1A7-EFCC-79F9-82C6551D0E67}"/>
                  </a:ext>
                </a:extLst>
              </p:cNvPr>
              <p:cNvSpPr txBox="1"/>
              <p:nvPr/>
            </p:nvSpPr>
            <p:spPr>
              <a:xfrm>
                <a:off x="1560190" y="646568"/>
                <a:ext cx="1305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Workspace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5C08D0C-BD59-C5AC-CBA8-CDDBA7AFD024}"/>
                </a:ext>
              </a:extLst>
            </p:cNvPr>
            <p:cNvGrpSpPr/>
            <p:nvPr/>
          </p:nvGrpSpPr>
          <p:grpSpPr>
            <a:xfrm>
              <a:off x="4751506" y="646568"/>
              <a:ext cx="1846916" cy="1641413"/>
              <a:chOff x="5302429" y="646568"/>
              <a:chExt cx="1846916" cy="1641413"/>
            </a:xfrm>
          </p:grpSpPr>
          <p:pic>
            <p:nvPicPr>
              <p:cNvPr id="7" name="Graphic 6" descr="Database outline">
                <a:extLst>
                  <a:ext uri="{FF2B5EF4-FFF2-40B4-BE49-F238E27FC236}">
                    <a16:creationId xmlns:a16="http://schemas.microsoft.com/office/drawing/2014/main" id="{95A04F4F-4D1E-B585-0BC6-102F83847B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540087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60AF222-FCDF-740D-9BC3-30036FC7820E}"/>
                  </a:ext>
                </a:extLst>
              </p:cNvPr>
              <p:cNvSpPr txBox="1"/>
              <p:nvPr/>
            </p:nvSpPr>
            <p:spPr>
              <a:xfrm>
                <a:off x="5302429" y="646568"/>
                <a:ext cx="18469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Local Repository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90DA01E-58B6-EDBB-F3B7-861BAF8F70C6}"/>
                </a:ext>
              </a:extLst>
            </p:cNvPr>
            <p:cNvGrpSpPr/>
            <p:nvPr/>
          </p:nvGrpSpPr>
          <p:grpSpPr>
            <a:xfrm>
              <a:off x="8451004" y="646568"/>
              <a:ext cx="2082173" cy="1641413"/>
              <a:chOff x="8451004" y="646568"/>
              <a:chExt cx="2082173" cy="1641413"/>
            </a:xfrm>
          </p:grpSpPr>
          <p:pic>
            <p:nvPicPr>
              <p:cNvPr id="9" name="Graphic 8" descr="Database with solid fill">
                <a:extLst>
                  <a:ext uri="{FF2B5EF4-FFF2-40B4-BE49-F238E27FC236}">
                    <a16:creationId xmlns:a16="http://schemas.microsoft.com/office/drawing/2014/main" id="{EAFE93F7-417A-6716-2CAB-188272672C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806194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161D11-BEEF-6911-9295-17300F214BBD}"/>
                  </a:ext>
                </a:extLst>
              </p:cNvPr>
              <p:cNvSpPr txBox="1"/>
              <p:nvPr/>
            </p:nvSpPr>
            <p:spPr>
              <a:xfrm>
                <a:off x="8451004" y="646568"/>
                <a:ext cx="20821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Remote Repository</a:t>
                </a:r>
              </a:p>
            </p:txBody>
          </p:sp>
        </p:grp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74E0B6-B3B1-4B73-1BB5-66719C561E67}"/>
              </a:ext>
            </a:extLst>
          </p:cNvPr>
          <p:cNvCxnSpPr>
            <a:cxnSpLocks/>
          </p:cNvCxnSpPr>
          <p:nvPr/>
        </p:nvCxnSpPr>
        <p:spPr>
          <a:xfrm flipV="1">
            <a:off x="9483142" y="2112976"/>
            <a:ext cx="0" cy="291273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D9B1298-A460-F020-8A21-E02BB0C3E6FB}"/>
              </a:ext>
            </a:extLst>
          </p:cNvPr>
          <p:cNvSpPr txBox="1"/>
          <p:nvPr/>
        </p:nvSpPr>
        <p:spPr>
          <a:xfrm>
            <a:off x="9540366" y="2287981"/>
            <a:ext cx="1711494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73F810-430F-A230-20D3-CC19E47F5296}"/>
              </a:ext>
            </a:extLst>
          </p:cNvPr>
          <p:cNvSpPr txBox="1"/>
          <p:nvPr/>
        </p:nvSpPr>
        <p:spPr>
          <a:xfrm>
            <a:off x="9538687" y="4092170"/>
            <a:ext cx="171630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98f2d1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6530CAE-2D23-F74A-6B07-34D4284645D1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10389859" y="3026645"/>
            <a:ext cx="6254" cy="25155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3433777-854E-51D3-EAD5-43683D55CF89}"/>
              </a:ext>
            </a:extLst>
          </p:cNvPr>
          <p:cNvSpPr txBox="1"/>
          <p:nvPr/>
        </p:nvSpPr>
        <p:spPr>
          <a:xfrm>
            <a:off x="10447082" y="3001197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diff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46CD04-DCAC-418D-26CB-7409A8658806}"/>
              </a:ext>
            </a:extLst>
          </p:cNvPr>
          <p:cNvSpPr txBox="1"/>
          <p:nvPr/>
        </p:nvSpPr>
        <p:spPr>
          <a:xfrm>
            <a:off x="8305429" y="1743644"/>
            <a:ext cx="736099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D5638AC9-0F12-A1EB-3B27-3688B8C03918}"/>
              </a:ext>
            </a:extLst>
          </p:cNvPr>
          <p:cNvCxnSpPr>
            <a:cxnSpLocks/>
            <a:stCxn id="19" idx="2"/>
            <a:endCxn id="4" idx="1"/>
          </p:cNvCxnSpPr>
          <p:nvPr/>
        </p:nvCxnSpPr>
        <p:spPr>
          <a:xfrm rot="16200000" flipH="1">
            <a:off x="8834754" y="1951700"/>
            <a:ext cx="544337" cy="866887"/>
          </a:xfrm>
          <a:prstGeom prst="curvedConnector2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9A76477-692C-11EF-1BA3-FEB07D11A5D2}"/>
              </a:ext>
            </a:extLst>
          </p:cNvPr>
          <p:cNvSpPr txBox="1"/>
          <p:nvPr/>
        </p:nvSpPr>
        <p:spPr>
          <a:xfrm>
            <a:off x="8338383" y="4871216"/>
            <a:ext cx="736099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rand</a:t>
            </a:r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DF0342AB-3A08-0358-029B-0C28AC7F1986}"/>
              </a:ext>
            </a:extLst>
          </p:cNvPr>
          <p:cNvCxnSpPr>
            <a:cxnSpLocks/>
            <a:stCxn id="22" idx="0"/>
            <a:endCxn id="6" idx="1"/>
          </p:cNvCxnSpPr>
          <p:nvPr/>
        </p:nvCxnSpPr>
        <p:spPr>
          <a:xfrm rot="5400000" flipH="1" flipV="1">
            <a:off x="8871537" y="4204066"/>
            <a:ext cx="502047" cy="832254"/>
          </a:xfrm>
          <a:prstGeom prst="curvedConnector2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Github Logo - Free social media icons">
            <a:extLst>
              <a:ext uri="{FF2B5EF4-FFF2-40B4-BE49-F238E27FC236}">
                <a16:creationId xmlns:a16="http://schemas.microsoft.com/office/drawing/2014/main" id="{1FBE0CB4-8A56-07AE-FBA5-ED546F8C1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2984" y="623720"/>
            <a:ext cx="436567" cy="43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FDCD46D-057D-DFF0-2F82-82DBBF3A7530}"/>
              </a:ext>
            </a:extLst>
          </p:cNvPr>
          <p:cNvCxnSpPr>
            <a:cxnSpLocks/>
          </p:cNvCxnSpPr>
          <p:nvPr/>
        </p:nvCxnSpPr>
        <p:spPr>
          <a:xfrm flipV="1">
            <a:off x="5673142" y="2144505"/>
            <a:ext cx="0" cy="288120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25A2144-B1F0-5761-3281-089C9D14DB75}"/>
              </a:ext>
            </a:extLst>
          </p:cNvPr>
          <p:cNvSpPr txBox="1"/>
          <p:nvPr/>
        </p:nvSpPr>
        <p:spPr>
          <a:xfrm>
            <a:off x="5866648" y="2358531"/>
            <a:ext cx="1711494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C2D30C-B1F4-0109-C37A-BE54CEC5E97A}"/>
              </a:ext>
            </a:extLst>
          </p:cNvPr>
          <p:cNvSpPr txBox="1"/>
          <p:nvPr/>
        </p:nvSpPr>
        <p:spPr>
          <a:xfrm>
            <a:off x="6529747" y="1729525"/>
            <a:ext cx="736099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16930B8A-C5B5-7FF4-3332-467D9EE33859}"/>
              </a:ext>
            </a:extLst>
          </p:cNvPr>
          <p:cNvCxnSpPr>
            <a:cxnSpLocks/>
            <a:stCxn id="28" idx="2"/>
            <a:endCxn id="27" idx="0"/>
          </p:cNvCxnSpPr>
          <p:nvPr/>
        </p:nvCxnSpPr>
        <p:spPr>
          <a:xfrm rot="5400000">
            <a:off x="6680259" y="2140993"/>
            <a:ext cx="259674" cy="175402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8AF125C-EF38-67A3-DAF1-128AFED49474}"/>
              </a:ext>
            </a:extLst>
          </p:cNvPr>
          <p:cNvCxnSpPr>
            <a:cxnSpLocks/>
            <a:stCxn id="28" idx="3"/>
            <a:endCxn id="19" idx="1"/>
          </p:cNvCxnSpPr>
          <p:nvPr/>
        </p:nvCxnSpPr>
        <p:spPr>
          <a:xfrm>
            <a:off x="7265846" y="1914191"/>
            <a:ext cx="1039583" cy="14119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D58A1F1-D7AC-6C0F-39BF-32A72C60DF31}"/>
              </a:ext>
            </a:extLst>
          </p:cNvPr>
          <p:cNvCxnSpPr>
            <a:cxnSpLocks/>
          </p:cNvCxnSpPr>
          <p:nvPr/>
        </p:nvCxnSpPr>
        <p:spPr>
          <a:xfrm flipV="1">
            <a:off x="2213125" y="1993695"/>
            <a:ext cx="0" cy="2925419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4D493480-D6D9-674E-6A52-B46CDAC10958}"/>
              </a:ext>
            </a:extLst>
          </p:cNvPr>
          <p:cNvSpPr txBox="1"/>
          <p:nvPr/>
        </p:nvSpPr>
        <p:spPr>
          <a:xfrm>
            <a:off x="1197090" y="2685696"/>
            <a:ext cx="1178248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calc.py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D6A5BF-E6ED-FEFA-A8EA-792566F6F44A}"/>
              </a:ext>
            </a:extLst>
          </p:cNvPr>
          <p:cNvSpPr txBox="1"/>
          <p:nvPr/>
        </p:nvSpPr>
        <p:spPr>
          <a:xfrm>
            <a:off x="9540366" y="3273448"/>
            <a:ext cx="171630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b424cc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6A42118-AA6A-3304-FAC1-BEE4416944C4}"/>
              </a:ext>
            </a:extLst>
          </p:cNvPr>
          <p:cNvCxnSpPr>
            <a:cxnSpLocks/>
            <a:stCxn id="26" idx="2"/>
            <a:endCxn id="6" idx="0"/>
          </p:cNvCxnSpPr>
          <p:nvPr/>
        </p:nvCxnSpPr>
        <p:spPr>
          <a:xfrm flipH="1">
            <a:off x="10396839" y="3827446"/>
            <a:ext cx="1679" cy="26472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1FF13C8-03A8-4909-0A38-865B96E1E0BD}"/>
              </a:ext>
            </a:extLst>
          </p:cNvPr>
          <p:cNvSpPr txBox="1"/>
          <p:nvPr/>
        </p:nvSpPr>
        <p:spPr>
          <a:xfrm>
            <a:off x="10438941" y="3788789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diff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2DE1F7-4DB0-9798-FB02-AF81555E8903}"/>
              </a:ext>
            </a:extLst>
          </p:cNvPr>
          <p:cNvSpPr txBox="1"/>
          <p:nvPr/>
        </p:nvSpPr>
        <p:spPr>
          <a:xfrm>
            <a:off x="5851534" y="3315808"/>
            <a:ext cx="171630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b424cc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A1C6D51-D15A-E2E7-06FA-EC3FE32C1F30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6707281" y="3102062"/>
            <a:ext cx="2405" cy="21374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9BD74414-D112-105D-02C0-C21A918A9A95}"/>
              </a:ext>
            </a:extLst>
          </p:cNvPr>
          <p:cNvSpPr txBox="1"/>
          <p:nvPr/>
        </p:nvSpPr>
        <p:spPr>
          <a:xfrm>
            <a:off x="6758250" y="3076614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diff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CD55D8-D5C1-C325-D4C7-8A88EA8D2FAD}"/>
              </a:ext>
            </a:extLst>
          </p:cNvPr>
          <p:cNvSpPr txBox="1"/>
          <p:nvPr/>
        </p:nvSpPr>
        <p:spPr>
          <a:xfrm>
            <a:off x="5860138" y="4136952"/>
            <a:ext cx="171630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b424cc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CD17B30-CA64-A674-7031-D484911B4A10}"/>
              </a:ext>
            </a:extLst>
          </p:cNvPr>
          <p:cNvCxnSpPr>
            <a:cxnSpLocks/>
            <a:endCxn id="31" idx="0"/>
          </p:cNvCxnSpPr>
          <p:nvPr/>
        </p:nvCxnSpPr>
        <p:spPr>
          <a:xfrm flipH="1">
            <a:off x="6718290" y="3872228"/>
            <a:ext cx="1679" cy="26472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5D88C9D-F363-77B4-766A-89C690CA2E97}"/>
              </a:ext>
            </a:extLst>
          </p:cNvPr>
          <p:cNvSpPr txBox="1"/>
          <p:nvPr/>
        </p:nvSpPr>
        <p:spPr>
          <a:xfrm>
            <a:off x="6760392" y="3833571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diff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256CBBB-5784-2A6D-CA64-95BB5C8A3B84}"/>
              </a:ext>
            </a:extLst>
          </p:cNvPr>
          <p:cNvCxnSpPr>
            <a:cxnSpLocks/>
          </p:cNvCxnSpPr>
          <p:nvPr/>
        </p:nvCxnSpPr>
        <p:spPr>
          <a:xfrm flipH="1">
            <a:off x="7567838" y="4272429"/>
            <a:ext cx="1950135" cy="23591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77297CE-6E8F-0D80-D12E-055E43591868}"/>
              </a:ext>
            </a:extLst>
          </p:cNvPr>
          <p:cNvSpPr txBox="1"/>
          <p:nvPr/>
        </p:nvSpPr>
        <p:spPr>
          <a:xfrm>
            <a:off x="7839068" y="3947009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fetch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B7122F2-732B-76E8-0F7B-3D45BF7D2BDB}"/>
              </a:ext>
            </a:extLst>
          </p:cNvPr>
          <p:cNvGrpSpPr/>
          <p:nvPr/>
        </p:nvGrpSpPr>
        <p:grpSpPr>
          <a:xfrm>
            <a:off x="882600" y="4680799"/>
            <a:ext cx="5922584" cy="2056401"/>
            <a:chOff x="882600" y="4680799"/>
            <a:chExt cx="5922584" cy="205640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18CBCE7-2568-9E58-86B0-8D72142D3911}"/>
                </a:ext>
              </a:extLst>
            </p:cNvPr>
            <p:cNvSpPr txBox="1"/>
            <p:nvPr/>
          </p:nvSpPr>
          <p:spPr>
            <a:xfrm>
              <a:off x="986988" y="5106822"/>
              <a:ext cx="736099" cy="369332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42C1EFD-EAF8-2546-A91F-03F71B961A40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>
              <a:off x="1723087" y="5291488"/>
              <a:ext cx="652251" cy="0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7D09F35-2DFF-53D1-E442-62BED90BD738}"/>
                </a:ext>
              </a:extLst>
            </p:cNvPr>
            <p:cNvSpPr txBox="1"/>
            <p:nvPr/>
          </p:nvSpPr>
          <p:spPr>
            <a:xfrm>
              <a:off x="986988" y="6071036"/>
              <a:ext cx="736099" cy="369332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6C8A98A-E081-157F-D8B7-74E1A1E14D87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>
              <a:off x="1723087" y="6255702"/>
              <a:ext cx="652251" cy="0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22DA27C-6019-BDDB-C479-88222442F002}"/>
                </a:ext>
              </a:extLst>
            </p:cNvPr>
            <p:cNvSpPr txBox="1"/>
            <p:nvPr/>
          </p:nvSpPr>
          <p:spPr>
            <a:xfrm>
              <a:off x="986988" y="5589537"/>
              <a:ext cx="736099" cy="36933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prstDash val="dash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rand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97E0B8A7-6748-E16E-7756-57E0D70D5CCA}"/>
                </a:ext>
              </a:extLst>
            </p:cNvPr>
            <p:cNvCxnSpPr>
              <a:cxnSpLocks/>
              <a:stCxn id="38" idx="3"/>
            </p:cNvCxnSpPr>
            <p:nvPr/>
          </p:nvCxnSpPr>
          <p:spPr>
            <a:xfrm flipV="1">
              <a:off x="1723087" y="5758848"/>
              <a:ext cx="652251" cy="15355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45B6C00-F730-E4C1-C586-97841747C924}"/>
                </a:ext>
              </a:extLst>
            </p:cNvPr>
            <p:cNvSpPr txBox="1"/>
            <p:nvPr/>
          </p:nvSpPr>
          <p:spPr>
            <a:xfrm>
              <a:off x="2459186" y="5106822"/>
              <a:ext cx="1710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Remote branch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5B0132E-F1D0-29F6-80AA-E7067FFF5F31}"/>
                </a:ext>
              </a:extLst>
            </p:cNvPr>
            <p:cNvSpPr txBox="1"/>
            <p:nvPr/>
          </p:nvSpPr>
          <p:spPr>
            <a:xfrm>
              <a:off x="2465824" y="5574182"/>
              <a:ext cx="25855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Remote-tracking branch</a:t>
              </a:r>
            </a:p>
          </p:txBody>
        </p:sp>
        <p:cxnSp>
          <p:nvCxnSpPr>
            <p:cNvPr id="46" name="Curved Connector 45">
              <a:extLst>
                <a:ext uri="{FF2B5EF4-FFF2-40B4-BE49-F238E27FC236}">
                  <a16:creationId xmlns:a16="http://schemas.microsoft.com/office/drawing/2014/main" id="{44207C1A-7C26-3107-C8D1-C629354FB4D0}"/>
                </a:ext>
              </a:extLst>
            </p:cNvPr>
            <p:cNvCxnSpPr>
              <a:cxnSpLocks/>
              <a:stCxn id="30" idx="2"/>
            </p:cNvCxnSpPr>
            <p:nvPr/>
          </p:nvCxnSpPr>
          <p:spPr>
            <a:xfrm rot="5400000">
              <a:off x="1127648" y="6509810"/>
              <a:ext cx="296833" cy="157948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16BA05A-AC91-F8BA-EC63-8958BE43D3DA}"/>
                </a:ext>
              </a:extLst>
            </p:cNvPr>
            <p:cNvSpPr txBox="1"/>
            <p:nvPr/>
          </p:nvSpPr>
          <p:spPr>
            <a:xfrm>
              <a:off x="2459186" y="6071035"/>
              <a:ext cx="43459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Local branch with remote-tracking branch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445F23E-4A57-9E19-10C1-7C1EBF0E5F38}"/>
                </a:ext>
              </a:extLst>
            </p:cNvPr>
            <p:cNvSpPr txBox="1"/>
            <p:nvPr/>
          </p:nvSpPr>
          <p:spPr>
            <a:xfrm>
              <a:off x="882600" y="4680799"/>
              <a:ext cx="9448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Legend</a:t>
              </a: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0CEB1831-75B5-ECDA-0572-06BB823412E4}"/>
              </a:ext>
            </a:extLst>
          </p:cNvPr>
          <p:cNvSpPr txBox="1"/>
          <p:nvPr/>
        </p:nvSpPr>
        <p:spPr>
          <a:xfrm>
            <a:off x="6837015" y="4900509"/>
            <a:ext cx="736099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dash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rand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15ADB8A-3EEC-947D-7231-C6B8D3D993BC}"/>
              </a:ext>
            </a:extLst>
          </p:cNvPr>
          <p:cNvCxnSpPr>
            <a:stCxn id="55" idx="3"/>
          </p:cNvCxnSpPr>
          <p:nvPr/>
        </p:nvCxnSpPr>
        <p:spPr>
          <a:xfrm flipV="1">
            <a:off x="7573114" y="5083278"/>
            <a:ext cx="803771" cy="1897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B87BA58-26C0-8641-9E46-9A5637FD0455}"/>
              </a:ext>
            </a:extLst>
          </p:cNvPr>
          <p:cNvSpPr txBox="1"/>
          <p:nvPr/>
        </p:nvSpPr>
        <p:spPr>
          <a:xfrm>
            <a:off x="206535" y="48300"/>
            <a:ext cx="983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fetch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6A11D36-4E16-63CD-F978-1FD1C8BD714F}"/>
              </a:ext>
            </a:extLst>
          </p:cNvPr>
          <p:cNvSpPr txBox="1"/>
          <p:nvPr/>
        </p:nvSpPr>
        <p:spPr>
          <a:xfrm>
            <a:off x="1560190" y="1379948"/>
            <a:ext cx="1132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442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B9ED1-2EF8-3640-5D1F-EC52BA749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3F0A2579-D7CA-8518-71BD-08F263B18C77}"/>
              </a:ext>
            </a:extLst>
          </p:cNvPr>
          <p:cNvGrpSpPr/>
          <p:nvPr/>
        </p:nvGrpSpPr>
        <p:grpSpPr>
          <a:xfrm>
            <a:off x="1527325" y="646568"/>
            <a:ext cx="9005852" cy="1641413"/>
            <a:chOff x="1527325" y="646568"/>
            <a:chExt cx="9005852" cy="164141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72A29D0-F09B-12C6-018C-070AED66F47A}"/>
                </a:ext>
              </a:extLst>
            </p:cNvPr>
            <p:cNvGrpSpPr/>
            <p:nvPr/>
          </p:nvGrpSpPr>
          <p:grpSpPr>
            <a:xfrm>
              <a:off x="1527325" y="646568"/>
              <a:ext cx="1371600" cy="1641413"/>
              <a:chOff x="1527325" y="646568"/>
              <a:chExt cx="1371600" cy="1641413"/>
            </a:xfrm>
          </p:grpSpPr>
          <p:pic>
            <p:nvPicPr>
              <p:cNvPr id="5" name="Graphic 4" descr="Folder outline">
                <a:extLst>
                  <a:ext uri="{FF2B5EF4-FFF2-40B4-BE49-F238E27FC236}">
                    <a16:creationId xmlns:a16="http://schemas.microsoft.com/office/drawing/2014/main" id="{A6450BAC-CFF4-0F04-AF1D-91E4FD048E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27325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A959976-0EF0-627D-68CD-30F10C48C590}"/>
                  </a:ext>
                </a:extLst>
              </p:cNvPr>
              <p:cNvSpPr txBox="1"/>
              <p:nvPr/>
            </p:nvSpPr>
            <p:spPr>
              <a:xfrm>
                <a:off x="1560190" y="646568"/>
                <a:ext cx="1305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Workspace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7EB0A6E-20A3-81D6-0DE5-B7C903BDBFEC}"/>
                </a:ext>
              </a:extLst>
            </p:cNvPr>
            <p:cNvGrpSpPr/>
            <p:nvPr/>
          </p:nvGrpSpPr>
          <p:grpSpPr>
            <a:xfrm>
              <a:off x="4751506" y="646568"/>
              <a:ext cx="1846916" cy="1641413"/>
              <a:chOff x="5302429" y="646568"/>
              <a:chExt cx="1846916" cy="1641413"/>
            </a:xfrm>
          </p:grpSpPr>
          <p:pic>
            <p:nvPicPr>
              <p:cNvPr id="7" name="Graphic 6" descr="Database outline">
                <a:extLst>
                  <a:ext uri="{FF2B5EF4-FFF2-40B4-BE49-F238E27FC236}">
                    <a16:creationId xmlns:a16="http://schemas.microsoft.com/office/drawing/2014/main" id="{07D7B982-30EE-4D11-A768-7747947086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540087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FBBB316-F458-FE21-93EE-35C5D07C9B96}"/>
                  </a:ext>
                </a:extLst>
              </p:cNvPr>
              <p:cNvSpPr txBox="1"/>
              <p:nvPr/>
            </p:nvSpPr>
            <p:spPr>
              <a:xfrm>
                <a:off x="5302429" y="646568"/>
                <a:ext cx="18469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Local Repository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CD02972-DB61-7179-39D6-18889458E802}"/>
                </a:ext>
              </a:extLst>
            </p:cNvPr>
            <p:cNvGrpSpPr/>
            <p:nvPr/>
          </p:nvGrpSpPr>
          <p:grpSpPr>
            <a:xfrm>
              <a:off x="8451004" y="646568"/>
              <a:ext cx="2082173" cy="1641413"/>
              <a:chOff x="8451004" y="646568"/>
              <a:chExt cx="2082173" cy="1641413"/>
            </a:xfrm>
          </p:grpSpPr>
          <p:pic>
            <p:nvPicPr>
              <p:cNvPr id="9" name="Graphic 8" descr="Database with solid fill">
                <a:extLst>
                  <a:ext uri="{FF2B5EF4-FFF2-40B4-BE49-F238E27FC236}">
                    <a16:creationId xmlns:a16="http://schemas.microsoft.com/office/drawing/2014/main" id="{CA050C67-1E04-2600-904C-C5DC40A351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806194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05B5767-BAB2-B943-3B47-CD45CB7EEEE8}"/>
                  </a:ext>
                </a:extLst>
              </p:cNvPr>
              <p:cNvSpPr txBox="1"/>
              <p:nvPr/>
            </p:nvSpPr>
            <p:spPr>
              <a:xfrm>
                <a:off x="8451004" y="646568"/>
                <a:ext cx="20821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Remote Repository</a:t>
                </a:r>
              </a:p>
            </p:txBody>
          </p:sp>
        </p:grp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CCC7D-422C-9796-A12A-88CA03CFD13F}"/>
              </a:ext>
            </a:extLst>
          </p:cNvPr>
          <p:cNvCxnSpPr>
            <a:cxnSpLocks/>
          </p:cNvCxnSpPr>
          <p:nvPr/>
        </p:nvCxnSpPr>
        <p:spPr>
          <a:xfrm flipV="1">
            <a:off x="9483142" y="2112976"/>
            <a:ext cx="0" cy="291273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9D335BB-6338-814D-9BFF-BB59F6319250}"/>
              </a:ext>
            </a:extLst>
          </p:cNvPr>
          <p:cNvSpPr txBox="1"/>
          <p:nvPr/>
        </p:nvSpPr>
        <p:spPr>
          <a:xfrm>
            <a:off x="9540366" y="2287981"/>
            <a:ext cx="1711494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99250A-529C-7B02-1C57-8149BBFB8C2B}"/>
              </a:ext>
            </a:extLst>
          </p:cNvPr>
          <p:cNvSpPr txBox="1"/>
          <p:nvPr/>
        </p:nvSpPr>
        <p:spPr>
          <a:xfrm>
            <a:off x="9538687" y="4092170"/>
            <a:ext cx="171630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98f2d1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773BC19-DE45-FC4B-0CA6-F1D009D79982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10389859" y="3026645"/>
            <a:ext cx="6254" cy="25155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4886403-A1AD-987B-57E1-70D4B5B05486}"/>
              </a:ext>
            </a:extLst>
          </p:cNvPr>
          <p:cNvSpPr txBox="1"/>
          <p:nvPr/>
        </p:nvSpPr>
        <p:spPr>
          <a:xfrm>
            <a:off x="10447082" y="3001197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diff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D4911D-08CA-475B-C637-8C0B2E7EF4B7}"/>
              </a:ext>
            </a:extLst>
          </p:cNvPr>
          <p:cNvSpPr txBox="1"/>
          <p:nvPr/>
        </p:nvSpPr>
        <p:spPr>
          <a:xfrm>
            <a:off x="8305429" y="1743644"/>
            <a:ext cx="736099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F69BE836-F852-A723-6960-E19C524A8855}"/>
              </a:ext>
            </a:extLst>
          </p:cNvPr>
          <p:cNvCxnSpPr>
            <a:cxnSpLocks/>
            <a:stCxn id="19" idx="2"/>
            <a:endCxn id="4" idx="1"/>
          </p:cNvCxnSpPr>
          <p:nvPr/>
        </p:nvCxnSpPr>
        <p:spPr>
          <a:xfrm rot="16200000" flipH="1">
            <a:off x="8834754" y="1951700"/>
            <a:ext cx="544337" cy="866887"/>
          </a:xfrm>
          <a:prstGeom prst="curvedConnector2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0437C9C-BDC6-2D12-C64C-1E38265041C2}"/>
              </a:ext>
            </a:extLst>
          </p:cNvPr>
          <p:cNvSpPr txBox="1"/>
          <p:nvPr/>
        </p:nvSpPr>
        <p:spPr>
          <a:xfrm>
            <a:off x="8338383" y="4871216"/>
            <a:ext cx="736099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rand</a:t>
            </a:r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08F6D75D-9132-528E-0849-C55300E9AEEE}"/>
              </a:ext>
            </a:extLst>
          </p:cNvPr>
          <p:cNvCxnSpPr>
            <a:cxnSpLocks/>
            <a:stCxn id="22" idx="0"/>
            <a:endCxn id="6" idx="1"/>
          </p:cNvCxnSpPr>
          <p:nvPr/>
        </p:nvCxnSpPr>
        <p:spPr>
          <a:xfrm rot="5400000" flipH="1" flipV="1">
            <a:off x="8871537" y="4204066"/>
            <a:ext cx="502047" cy="832254"/>
          </a:xfrm>
          <a:prstGeom prst="curvedConnector2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Github Logo - Free social media icons">
            <a:extLst>
              <a:ext uri="{FF2B5EF4-FFF2-40B4-BE49-F238E27FC236}">
                <a16:creationId xmlns:a16="http://schemas.microsoft.com/office/drawing/2014/main" id="{59AEF263-F63A-3A2F-4D3B-BE95C34CD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2984" y="623720"/>
            <a:ext cx="436567" cy="43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2EB64CB-F185-9626-60AB-5C688EE3AD57}"/>
              </a:ext>
            </a:extLst>
          </p:cNvPr>
          <p:cNvCxnSpPr>
            <a:cxnSpLocks/>
          </p:cNvCxnSpPr>
          <p:nvPr/>
        </p:nvCxnSpPr>
        <p:spPr>
          <a:xfrm flipV="1">
            <a:off x="5673142" y="2144505"/>
            <a:ext cx="0" cy="288120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85D0711-581C-7069-E36E-0358133CE032}"/>
              </a:ext>
            </a:extLst>
          </p:cNvPr>
          <p:cNvSpPr txBox="1"/>
          <p:nvPr/>
        </p:nvSpPr>
        <p:spPr>
          <a:xfrm>
            <a:off x="5866648" y="2358531"/>
            <a:ext cx="1711494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5EBA3E-7646-546C-1CCE-F2A35439057F}"/>
              </a:ext>
            </a:extLst>
          </p:cNvPr>
          <p:cNvSpPr txBox="1"/>
          <p:nvPr/>
        </p:nvSpPr>
        <p:spPr>
          <a:xfrm>
            <a:off x="6529747" y="1729525"/>
            <a:ext cx="736099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EAA7F4C4-D3B5-AB8B-A601-3F5C3559B274}"/>
              </a:ext>
            </a:extLst>
          </p:cNvPr>
          <p:cNvCxnSpPr>
            <a:cxnSpLocks/>
            <a:stCxn id="28" idx="2"/>
            <a:endCxn id="27" idx="0"/>
          </p:cNvCxnSpPr>
          <p:nvPr/>
        </p:nvCxnSpPr>
        <p:spPr>
          <a:xfrm rot="5400000">
            <a:off x="6680259" y="2140993"/>
            <a:ext cx="259674" cy="175402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5E52438-E8DF-3DAB-FDF9-E3426640C3B1}"/>
              </a:ext>
            </a:extLst>
          </p:cNvPr>
          <p:cNvCxnSpPr>
            <a:cxnSpLocks/>
            <a:stCxn id="28" idx="3"/>
            <a:endCxn id="19" idx="1"/>
          </p:cNvCxnSpPr>
          <p:nvPr/>
        </p:nvCxnSpPr>
        <p:spPr>
          <a:xfrm>
            <a:off x="7265846" y="1914191"/>
            <a:ext cx="1039583" cy="14119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D8CF571-4459-D596-F328-EE54D4937ABF}"/>
              </a:ext>
            </a:extLst>
          </p:cNvPr>
          <p:cNvCxnSpPr>
            <a:cxnSpLocks/>
          </p:cNvCxnSpPr>
          <p:nvPr/>
        </p:nvCxnSpPr>
        <p:spPr>
          <a:xfrm flipV="1">
            <a:off x="2213125" y="1993695"/>
            <a:ext cx="0" cy="2925419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6E3C3E2-4D86-DF49-2675-6EF3D2C0ED7F}"/>
              </a:ext>
            </a:extLst>
          </p:cNvPr>
          <p:cNvSpPr txBox="1"/>
          <p:nvPr/>
        </p:nvSpPr>
        <p:spPr>
          <a:xfrm>
            <a:off x="1147146" y="4206695"/>
            <a:ext cx="1178248" cy="27699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calc.py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EEAD55-A844-DF26-A243-BC47D579C5CE}"/>
              </a:ext>
            </a:extLst>
          </p:cNvPr>
          <p:cNvSpPr txBox="1"/>
          <p:nvPr/>
        </p:nvSpPr>
        <p:spPr>
          <a:xfrm>
            <a:off x="9540366" y="3273448"/>
            <a:ext cx="171630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b424cc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CBB8831-924E-6D56-689D-D689F1D9C51F}"/>
              </a:ext>
            </a:extLst>
          </p:cNvPr>
          <p:cNvCxnSpPr>
            <a:cxnSpLocks/>
            <a:stCxn id="26" idx="2"/>
            <a:endCxn id="6" idx="0"/>
          </p:cNvCxnSpPr>
          <p:nvPr/>
        </p:nvCxnSpPr>
        <p:spPr>
          <a:xfrm flipH="1">
            <a:off x="10396839" y="3827446"/>
            <a:ext cx="1679" cy="26472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5B8310D-EE2D-A05A-5533-58237969201A}"/>
              </a:ext>
            </a:extLst>
          </p:cNvPr>
          <p:cNvSpPr txBox="1"/>
          <p:nvPr/>
        </p:nvSpPr>
        <p:spPr>
          <a:xfrm>
            <a:off x="10438941" y="3788789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diff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44D2270-98B5-0C8B-EDEC-DE49247C4436}"/>
              </a:ext>
            </a:extLst>
          </p:cNvPr>
          <p:cNvSpPr txBox="1"/>
          <p:nvPr/>
        </p:nvSpPr>
        <p:spPr>
          <a:xfrm>
            <a:off x="5851534" y="3315808"/>
            <a:ext cx="171630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b424cc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667DF85-5457-5DC4-EEA8-76ECBC1449B9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6707281" y="3102062"/>
            <a:ext cx="2405" cy="21374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B83F5F48-2762-4C08-2A8D-4BE02E91E69C}"/>
              </a:ext>
            </a:extLst>
          </p:cNvPr>
          <p:cNvSpPr txBox="1"/>
          <p:nvPr/>
        </p:nvSpPr>
        <p:spPr>
          <a:xfrm>
            <a:off x="6758250" y="3076614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diff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4289042-C806-1C1C-E87A-61E1A3E511EF}"/>
              </a:ext>
            </a:extLst>
          </p:cNvPr>
          <p:cNvSpPr txBox="1"/>
          <p:nvPr/>
        </p:nvSpPr>
        <p:spPr>
          <a:xfrm>
            <a:off x="5860138" y="4136952"/>
            <a:ext cx="171630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b424cc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B598C04-8F2D-1A1B-6642-20729EDA3493}"/>
              </a:ext>
            </a:extLst>
          </p:cNvPr>
          <p:cNvCxnSpPr>
            <a:cxnSpLocks/>
            <a:endCxn id="31" idx="0"/>
          </p:cNvCxnSpPr>
          <p:nvPr/>
        </p:nvCxnSpPr>
        <p:spPr>
          <a:xfrm flipH="1">
            <a:off x="6718290" y="3872228"/>
            <a:ext cx="1679" cy="26472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8099CFF-ADF2-ABA5-6622-E2EBB636A123}"/>
              </a:ext>
            </a:extLst>
          </p:cNvPr>
          <p:cNvSpPr txBox="1"/>
          <p:nvPr/>
        </p:nvSpPr>
        <p:spPr>
          <a:xfrm>
            <a:off x="6760392" y="3833571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diff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54772D0-B334-BDAD-466C-B0BC6AB37D1B}"/>
              </a:ext>
            </a:extLst>
          </p:cNvPr>
          <p:cNvGrpSpPr/>
          <p:nvPr/>
        </p:nvGrpSpPr>
        <p:grpSpPr>
          <a:xfrm>
            <a:off x="882600" y="4680799"/>
            <a:ext cx="5922584" cy="2056401"/>
            <a:chOff x="882600" y="4680799"/>
            <a:chExt cx="5922584" cy="205640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E923773-71E6-28C6-030A-C16E536BF59E}"/>
                </a:ext>
              </a:extLst>
            </p:cNvPr>
            <p:cNvSpPr txBox="1"/>
            <p:nvPr/>
          </p:nvSpPr>
          <p:spPr>
            <a:xfrm>
              <a:off x="986988" y="5106822"/>
              <a:ext cx="736099" cy="369332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435CA49-C2F4-524C-821E-A61A655669A6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>
              <a:off x="1723087" y="5291488"/>
              <a:ext cx="652251" cy="0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18B89CF-15DA-A75C-B9AE-D8D0E96CCDEA}"/>
                </a:ext>
              </a:extLst>
            </p:cNvPr>
            <p:cNvSpPr txBox="1"/>
            <p:nvPr/>
          </p:nvSpPr>
          <p:spPr>
            <a:xfrm>
              <a:off x="986988" y="6071036"/>
              <a:ext cx="736099" cy="369332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main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5AC5A7C1-7316-0C8A-0B2D-6E68D95BBE32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>
              <a:off x="1723087" y="6255702"/>
              <a:ext cx="652251" cy="0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087CA2C-9BA3-B157-426B-117F337F3E4F}"/>
                </a:ext>
              </a:extLst>
            </p:cNvPr>
            <p:cNvSpPr txBox="1"/>
            <p:nvPr/>
          </p:nvSpPr>
          <p:spPr>
            <a:xfrm>
              <a:off x="986988" y="5589537"/>
              <a:ext cx="736099" cy="36933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prstDash val="dash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rand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A6968646-EC52-F0FA-4ADE-EC163A2738BE}"/>
                </a:ext>
              </a:extLst>
            </p:cNvPr>
            <p:cNvCxnSpPr>
              <a:cxnSpLocks/>
              <a:stCxn id="38" idx="3"/>
            </p:cNvCxnSpPr>
            <p:nvPr/>
          </p:nvCxnSpPr>
          <p:spPr>
            <a:xfrm flipV="1">
              <a:off x="1723087" y="5758848"/>
              <a:ext cx="652251" cy="15355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0A057A8-F187-2A82-7C95-67209DDC378E}"/>
                </a:ext>
              </a:extLst>
            </p:cNvPr>
            <p:cNvSpPr txBox="1"/>
            <p:nvPr/>
          </p:nvSpPr>
          <p:spPr>
            <a:xfrm>
              <a:off x="2459186" y="5106822"/>
              <a:ext cx="1710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Remote branch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FED00EA-16A9-A965-08F3-B9C076953A61}"/>
                </a:ext>
              </a:extLst>
            </p:cNvPr>
            <p:cNvSpPr txBox="1"/>
            <p:nvPr/>
          </p:nvSpPr>
          <p:spPr>
            <a:xfrm>
              <a:off x="2465824" y="5574182"/>
              <a:ext cx="25855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Remote-tracking branch</a:t>
              </a:r>
            </a:p>
          </p:txBody>
        </p:sp>
        <p:cxnSp>
          <p:nvCxnSpPr>
            <p:cNvPr id="46" name="Curved Connector 45">
              <a:extLst>
                <a:ext uri="{FF2B5EF4-FFF2-40B4-BE49-F238E27FC236}">
                  <a16:creationId xmlns:a16="http://schemas.microsoft.com/office/drawing/2014/main" id="{4AE8329B-C46C-47D5-1644-440B9AEDF066}"/>
                </a:ext>
              </a:extLst>
            </p:cNvPr>
            <p:cNvCxnSpPr>
              <a:cxnSpLocks/>
              <a:stCxn id="30" idx="2"/>
            </p:cNvCxnSpPr>
            <p:nvPr/>
          </p:nvCxnSpPr>
          <p:spPr>
            <a:xfrm rot="5400000">
              <a:off x="1127648" y="6509810"/>
              <a:ext cx="296833" cy="157948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51C3322-6691-F29A-45B6-7C53E4BFCDF9}"/>
                </a:ext>
              </a:extLst>
            </p:cNvPr>
            <p:cNvSpPr txBox="1"/>
            <p:nvPr/>
          </p:nvSpPr>
          <p:spPr>
            <a:xfrm>
              <a:off x="2459186" y="6071035"/>
              <a:ext cx="43459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Local branch with remote-tracking branch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B55EA62-5A33-6B70-459C-38D51E3A1908}"/>
                </a:ext>
              </a:extLst>
            </p:cNvPr>
            <p:cNvSpPr txBox="1"/>
            <p:nvPr/>
          </p:nvSpPr>
          <p:spPr>
            <a:xfrm>
              <a:off x="882600" y="4680799"/>
              <a:ext cx="9448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Legend</a:t>
              </a: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48302258-352B-C5D8-1DD7-682AEA78CF4B}"/>
              </a:ext>
            </a:extLst>
          </p:cNvPr>
          <p:cNvSpPr txBox="1"/>
          <p:nvPr/>
        </p:nvSpPr>
        <p:spPr>
          <a:xfrm>
            <a:off x="6837015" y="4900509"/>
            <a:ext cx="736099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rand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0B6A944-4154-7527-BF91-958EDEFEFDD5}"/>
              </a:ext>
            </a:extLst>
          </p:cNvPr>
          <p:cNvCxnSpPr>
            <a:stCxn id="55" idx="3"/>
          </p:cNvCxnSpPr>
          <p:nvPr/>
        </p:nvCxnSpPr>
        <p:spPr>
          <a:xfrm flipV="1">
            <a:off x="7573114" y="5083278"/>
            <a:ext cx="803771" cy="1897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E2E54387-A9D4-467D-DB37-5B7759EC50DB}"/>
              </a:ext>
            </a:extLst>
          </p:cNvPr>
          <p:cNvSpPr txBox="1"/>
          <p:nvPr/>
        </p:nvSpPr>
        <p:spPr>
          <a:xfrm>
            <a:off x="206535" y="48300"/>
            <a:ext cx="1898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checkout rand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2442405-FF49-8B59-403E-7D69BC017B37}"/>
              </a:ext>
            </a:extLst>
          </p:cNvPr>
          <p:cNvCxnSpPr>
            <a:cxnSpLocks/>
          </p:cNvCxnSpPr>
          <p:nvPr/>
        </p:nvCxnSpPr>
        <p:spPr>
          <a:xfrm flipH="1">
            <a:off x="2360224" y="4369169"/>
            <a:ext cx="3491310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845D526-0C03-FB8E-7D9F-0BDE61AB3419}"/>
              </a:ext>
            </a:extLst>
          </p:cNvPr>
          <p:cNvSpPr txBox="1"/>
          <p:nvPr/>
        </p:nvSpPr>
        <p:spPr>
          <a:xfrm>
            <a:off x="2864302" y="3988960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checkout rand</a:t>
            </a:r>
          </a:p>
        </p:txBody>
      </p:sp>
      <p:cxnSp>
        <p:nvCxnSpPr>
          <p:cNvPr id="49" name="Curved Connector 48">
            <a:extLst>
              <a:ext uri="{FF2B5EF4-FFF2-40B4-BE49-F238E27FC236}">
                <a16:creationId xmlns:a16="http://schemas.microsoft.com/office/drawing/2014/main" id="{DB6F32B3-8B04-568C-62A5-49278ECC2FAA}"/>
              </a:ext>
            </a:extLst>
          </p:cNvPr>
          <p:cNvCxnSpPr>
            <a:cxnSpLocks/>
            <a:stCxn id="55" idx="1"/>
            <a:endCxn id="31" idx="2"/>
          </p:cNvCxnSpPr>
          <p:nvPr/>
        </p:nvCxnSpPr>
        <p:spPr>
          <a:xfrm rot="10800000">
            <a:off x="6718291" y="4690951"/>
            <a:ext cx="118725" cy="394225"/>
          </a:xfrm>
          <a:prstGeom prst="curvedConnector2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42CC178-F77B-FF76-0957-05B2BAEE7EC8}"/>
              </a:ext>
            </a:extLst>
          </p:cNvPr>
          <p:cNvSpPr txBox="1"/>
          <p:nvPr/>
        </p:nvSpPr>
        <p:spPr>
          <a:xfrm>
            <a:off x="1560190" y="1379948"/>
            <a:ext cx="1132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1732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2E126-608D-F8C1-242B-4835912FF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3BFF3D7-ED1C-557B-B07B-7E0BDA57154E}"/>
              </a:ext>
            </a:extLst>
          </p:cNvPr>
          <p:cNvGrpSpPr/>
          <p:nvPr/>
        </p:nvGrpSpPr>
        <p:grpSpPr>
          <a:xfrm>
            <a:off x="1527325" y="646568"/>
            <a:ext cx="8650469" cy="1641413"/>
            <a:chOff x="1527325" y="646568"/>
            <a:chExt cx="8650469" cy="164141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6764B65-F4B1-4DD5-7455-B37A78C02D23}"/>
                </a:ext>
              </a:extLst>
            </p:cNvPr>
            <p:cNvGrpSpPr/>
            <p:nvPr/>
          </p:nvGrpSpPr>
          <p:grpSpPr>
            <a:xfrm>
              <a:off x="1527325" y="646568"/>
              <a:ext cx="1371600" cy="1641413"/>
              <a:chOff x="1527325" y="646568"/>
              <a:chExt cx="1371600" cy="1641413"/>
            </a:xfrm>
          </p:grpSpPr>
          <p:pic>
            <p:nvPicPr>
              <p:cNvPr id="5" name="Graphic 4" descr="Folder outline">
                <a:extLst>
                  <a:ext uri="{FF2B5EF4-FFF2-40B4-BE49-F238E27FC236}">
                    <a16:creationId xmlns:a16="http://schemas.microsoft.com/office/drawing/2014/main" id="{9FE4CFCA-95C4-18E6-08ED-8DC07D9625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27325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04B749-6850-F49D-8A1F-3674F620B03A}"/>
                  </a:ext>
                </a:extLst>
              </p:cNvPr>
              <p:cNvSpPr txBox="1"/>
              <p:nvPr/>
            </p:nvSpPr>
            <p:spPr>
              <a:xfrm>
                <a:off x="1560190" y="646568"/>
                <a:ext cx="1305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Workspace</a:t>
                </a:r>
              </a:p>
            </p:txBody>
          </p:sp>
        </p:grpSp>
        <p:pic>
          <p:nvPicPr>
            <p:cNvPr id="7" name="Graphic 6" descr="Database outline">
              <a:extLst>
                <a:ext uri="{FF2B5EF4-FFF2-40B4-BE49-F238E27FC236}">
                  <a16:creationId xmlns:a16="http://schemas.microsoft.com/office/drawing/2014/main" id="{FDBE4345-CB08-2590-6916-50E56CA75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89164" y="916381"/>
              <a:ext cx="1371600" cy="1371600"/>
            </a:xfrm>
            <a:prstGeom prst="rect">
              <a:avLst/>
            </a:prstGeom>
          </p:spPr>
        </p:pic>
        <p:pic>
          <p:nvPicPr>
            <p:cNvPr id="9" name="Graphic 8" descr="Database with solid fill">
              <a:extLst>
                <a:ext uri="{FF2B5EF4-FFF2-40B4-BE49-F238E27FC236}">
                  <a16:creationId xmlns:a16="http://schemas.microsoft.com/office/drawing/2014/main" id="{BDC4AB16-4F92-2B29-BB8D-7FB3AF9CCD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806194" y="916381"/>
              <a:ext cx="1371600" cy="137160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4EFFD60-9EF8-918A-9AB5-F728E8D9A692}"/>
              </a:ext>
            </a:extLst>
          </p:cNvPr>
          <p:cNvSpPr txBox="1"/>
          <p:nvPr/>
        </p:nvSpPr>
        <p:spPr>
          <a:xfrm>
            <a:off x="1708249" y="1374941"/>
            <a:ext cx="8354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9013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FA6A7-E4FE-FC4F-AA7D-42F1DC45D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CD7E9D3E-1716-75A0-2A6E-B1BD77A588FF}"/>
              </a:ext>
            </a:extLst>
          </p:cNvPr>
          <p:cNvGrpSpPr/>
          <p:nvPr/>
        </p:nvGrpSpPr>
        <p:grpSpPr>
          <a:xfrm>
            <a:off x="1527325" y="646568"/>
            <a:ext cx="9005852" cy="1641413"/>
            <a:chOff x="1527325" y="646568"/>
            <a:chExt cx="9005852" cy="164141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E85E352-7B94-F459-C1CF-B1323FB7A47F}"/>
                </a:ext>
              </a:extLst>
            </p:cNvPr>
            <p:cNvGrpSpPr/>
            <p:nvPr/>
          </p:nvGrpSpPr>
          <p:grpSpPr>
            <a:xfrm>
              <a:off x="1527325" y="646568"/>
              <a:ext cx="1371600" cy="1641413"/>
              <a:chOff x="1527325" y="646568"/>
              <a:chExt cx="1371600" cy="1641413"/>
            </a:xfrm>
          </p:grpSpPr>
          <p:pic>
            <p:nvPicPr>
              <p:cNvPr id="5" name="Graphic 4" descr="Folder outline">
                <a:extLst>
                  <a:ext uri="{FF2B5EF4-FFF2-40B4-BE49-F238E27FC236}">
                    <a16:creationId xmlns:a16="http://schemas.microsoft.com/office/drawing/2014/main" id="{44EBB107-F146-EA6F-A715-F350759D92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27325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26B675-B901-3EA1-76AD-365D0DD203F1}"/>
                  </a:ext>
                </a:extLst>
              </p:cNvPr>
              <p:cNvSpPr txBox="1"/>
              <p:nvPr/>
            </p:nvSpPr>
            <p:spPr>
              <a:xfrm>
                <a:off x="1560190" y="646568"/>
                <a:ext cx="13058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Workspace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BEB780C-49A2-A257-84BD-A20048659E35}"/>
                </a:ext>
              </a:extLst>
            </p:cNvPr>
            <p:cNvGrpSpPr/>
            <p:nvPr/>
          </p:nvGrpSpPr>
          <p:grpSpPr>
            <a:xfrm>
              <a:off x="4751506" y="646568"/>
              <a:ext cx="1846916" cy="1641413"/>
              <a:chOff x="5302429" y="646568"/>
              <a:chExt cx="1846916" cy="1641413"/>
            </a:xfrm>
          </p:grpSpPr>
          <p:pic>
            <p:nvPicPr>
              <p:cNvPr id="7" name="Graphic 6" descr="Database outline">
                <a:extLst>
                  <a:ext uri="{FF2B5EF4-FFF2-40B4-BE49-F238E27FC236}">
                    <a16:creationId xmlns:a16="http://schemas.microsoft.com/office/drawing/2014/main" id="{E132A316-1C0B-204A-E743-79BD001D24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540087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BEDACAA-395F-B701-15E4-3841925001C4}"/>
                  </a:ext>
                </a:extLst>
              </p:cNvPr>
              <p:cNvSpPr txBox="1"/>
              <p:nvPr/>
            </p:nvSpPr>
            <p:spPr>
              <a:xfrm>
                <a:off x="5302429" y="646568"/>
                <a:ext cx="18469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Local Repository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935F2C5-5C5F-9F2D-6005-FB166CABA86D}"/>
                </a:ext>
              </a:extLst>
            </p:cNvPr>
            <p:cNvGrpSpPr/>
            <p:nvPr/>
          </p:nvGrpSpPr>
          <p:grpSpPr>
            <a:xfrm>
              <a:off x="8451004" y="646568"/>
              <a:ext cx="2082173" cy="1641413"/>
              <a:chOff x="8451004" y="646568"/>
              <a:chExt cx="2082173" cy="1641413"/>
            </a:xfrm>
          </p:grpSpPr>
          <p:pic>
            <p:nvPicPr>
              <p:cNvPr id="9" name="Graphic 8" descr="Database with solid fill">
                <a:extLst>
                  <a:ext uri="{FF2B5EF4-FFF2-40B4-BE49-F238E27FC236}">
                    <a16:creationId xmlns:a16="http://schemas.microsoft.com/office/drawing/2014/main" id="{AA22D3D7-E445-9C79-8C2B-49DEEC719C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806194" y="9163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CC936D8-6DAE-3975-13F6-8B40218DAE2E}"/>
                  </a:ext>
                </a:extLst>
              </p:cNvPr>
              <p:cNvSpPr txBox="1"/>
              <p:nvPr/>
            </p:nvSpPr>
            <p:spPr>
              <a:xfrm>
                <a:off x="8451004" y="646568"/>
                <a:ext cx="20821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Remote Repository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F893F53-0A46-890D-71DF-63EFD520D2A7}"/>
              </a:ext>
            </a:extLst>
          </p:cNvPr>
          <p:cNvSpPr txBox="1"/>
          <p:nvPr/>
        </p:nvSpPr>
        <p:spPr>
          <a:xfrm>
            <a:off x="86185" y="36100"/>
            <a:ext cx="1605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github</a:t>
            </a:r>
            <a:r>
              <a:rPr lang="en-US" dirty="0"/>
              <a:t>-remote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786F2FB-C1AC-AB59-E7C4-85CDD9777863}"/>
              </a:ext>
            </a:extLst>
          </p:cNvPr>
          <p:cNvCxnSpPr>
            <a:cxnSpLocks/>
          </p:cNvCxnSpPr>
          <p:nvPr/>
        </p:nvCxnSpPr>
        <p:spPr>
          <a:xfrm flipV="1">
            <a:off x="9483142" y="2112976"/>
            <a:ext cx="0" cy="191637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E9F1849-A872-FCDE-014C-AABA03C37147}"/>
              </a:ext>
            </a:extLst>
          </p:cNvPr>
          <p:cNvSpPr txBox="1"/>
          <p:nvPr/>
        </p:nvSpPr>
        <p:spPr>
          <a:xfrm>
            <a:off x="9540366" y="2287981"/>
            <a:ext cx="1711494" cy="5539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Version 8356ea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hello.py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5EC60A-E98B-3B99-4C26-7F9F8F18160F}"/>
              </a:ext>
            </a:extLst>
          </p:cNvPr>
          <p:cNvSpPr txBox="1"/>
          <p:nvPr/>
        </p:nvSpPr>
        <p:spPr>
          <a:xfrm>
            <a:off x="6860468" y="155329"/>
            <a:ext cx="52453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https://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github.com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llayman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/assn4-git-calc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099D7C-A14A-5D92-7D78-4B334FB315A1}"/>
              </a:ext>
            </a:extLst>
          </p:cNvPr>
          <p:cNvSpPr txBox="1"/>
          <p:nvPr/>
        </p:nvSpPr>
        <p:spPr>
          <a:xfrm>
            <a:off x="8305429" y="1743644"/>
            <a:ext cx="736099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EB4FD2BA-1EA2-E540-1578-E8941263425D}"/>
              </a:ext>
            </a:extLst>
          </p:cNvPr>
          <p:cNvCxnSpPr>
            <a:cxnSpLocks/>
            <a:stCxn id="19" idx="2"/>
            <a:endCxn id="4" idx="1"/>
          </p:cNvCxnSpPr>
          <p:nvPr/>
        </p:nvCxnSpPr>
        <p:spPr>
          <a:xfrm rot="16200000" flipH="1">
            <a:off x="8880920" y="1905534"/>
            <a:ext cx="452004" cy="866887"/>
          </a:xfrm>
          <a:prstGeom prst="curvedConnector2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Github Logo - Free social media icons">
            <a:extLst>
              <a:ext uri="{FF2B5EF4-FFF2-40B4-BE49-F238E27FC236}">
                <a16:creationId xmlns:a16="http://schemas.microsoft.com/office/drawing/2014/main" id="{FCD3E821-DE17-A04D-BF5E-BB491083B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2984" y="623720"/>
            <a:ext cx="436567" cy="43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0238331-C1B4-D3D1-AA2A-F6497EB8820B}"/>
              </a:ext>
            </a:extLst>
          </p:cNvPr>
          <p:cNvSpPr txBox="1"/>
          <p:nvPr/>
        </p:nvSpPr>
        <p:spPr>
          <a:xfrm>
            <a:off x="986988" y="5106822"/>
            <a:ext cx="736099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32F3B5F-E0F5-25E3-D3A0-B496FD75574E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723087" y="5291488"/>
            <a:ext cx="652251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6BAFF8B-2E59-1C0F-DF1C-225C1FFAE739}"/>
              </a:ext>
            </a:extLst>
          </p:cNvPr>
          <p:cNvSpPr txBox="1"/>
          <p:nvPr/>
        </p:nvSpPr>
        <p:spPr>
          <a:xfrm>
            <a:off x="2459186" y="5106822"/>
            <a:ext cx="171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Remote branch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143011-A55A-1988-8D9C-DB53F3EBC4A3}"/>
              </a:ext>
            </a:extLst>
          </p:cNvPr>
          <p:cNvSpPr txBox="1"/>
          <p:nvPr/>
        </p:nvSpPr>
        <p:spPr>
          <a:xfrm>
            <a:off x="882600" y="4680799"/>
            <a:ext cx="944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Legend</a:t>
            </a:r>
          </a:p>
        </p:txBody>
      </p:sp>
    </p:spTree>
    <p:extLst>
      <p:ext uri="{BB962C8B-B14F-4D97-AF65-F5344CB8AC3E}">
        <p14:creationId xmlns:p14="http://schemas.microsoft.com/office/powerpoint/2010/main" val="1272262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e32bd2a-1ccd-49c1-a814-de8553946415}" enabled="1" method="Standard" siteId="{22136781-9753-4c75-af28-68a078871eb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726</TotalTime>
  <Words>960</Words>
  <Application>Microsoft Macintosh PowerPoint</Application>
  <PresentationFormat>Widescreen</PresentationFormat>
  <Paragraphs>427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Existing remote</vt:lpstr>
      <vt:lpstr>PowerPoint Presentation</vt:lpstr>
      <vt:lpstr>PowerPoint Presentation</vt:lpstr>
      <vt:lpstr>PowerPoint Presentation</vt:lpstr>
      <vt:lpstr>Pull from remote</vt:lpstr>
      <vt:lpstr>PowerPoint Presentation</vt:lpstr>
      <vt:lpstr>PowerPoint Presentation</vt:lpstr>
      <vt:lpstr>PowerPoint Presentation</vt:lpstr>
      <vt:lpstr>Existing remote - fetch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Layman, Lucas M.</dc:creator>
  <cp:lastModifiedBy>Layman, Lucas M.</cp:lastModifiedBy>
  <cp:revision>11</cp:revision>
  <dcterms:created xsi:type="dcterms:W3CDTF">2024-10-21T17:33:42Z</dcterms:created>
  <dcterms:modified xsi:type="dcterms:W3CDTF">2024-11-07T17:22:04Z</dcterms:modified>
</cp:coreProperties>
</file>