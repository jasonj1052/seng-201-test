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79" r:id="rId3"/>
    <p:sldId id="268" r:id="rId4"/>
    <p:sldId id="280" r:id="rId5"/>
    <p:sldId id="270" r:id="rId6"/>
    <p:sldId id="267" r:id="rId7"/>
    <p:sldId id="256" r:id="rId8"/>
    <p:sldId id="273" r:id="rId9"/>
    <p:sldId id="281" r:id="rId10"/>
    <p:sldId id="274" r:id="rId11"/>
    <p:sldId id="282" r:id="rId12"/>
    <p:sldId id="276" r:id="rId13"/>
    <p:sldId id="275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2"/>
    <p:restoredTop sz="94658"/>
  </p:normalViewPr>
  <p:slideViewPr>
    <p:cSldViewPr snapToGrid="0">
      <p:cViewPr varScale="1">
        <p:scale>
          <a:sx n="116" d="100"/>
          <a:sy n="116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FE46-715B-6547-A6E0-94CBA9EA44AD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922E1-1DF3-1A49-A357-E42B6AAB2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5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4E44-F5CF-9ABD-D06F-C8AADE263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DA20-F7E4-FF2A-527E-B97F10932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FF9D8-3FED-C20C-02E2-6A4855FC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4F840-A115-904E-53A0-8B998971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37F6E-EF3A-0CBE-E1EF-F60D7BFF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D7A6-6FC9-49A8-DBDA-EA445E5E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7E0B7-F913-74E1-B18F-D8D7CA515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C5CF-1664-8EA3-3061-3F06690A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BD2CB-CD68-FE02-E640-1EA21EC3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9BF9-370E-7AB1-0DEB-4F8B3528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8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4D3B-F03E-4C74-1E04-038980B7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4DDCD-FAD9-F4C9-7578-1F100564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17452-C425-B8AE-A15E-A83872DF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DAD4E-A436-FB0A-3339-0C21E165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EE72-600A-4513-3290-0D34C430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3148-013F-8303-8179-E0E37895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A1EA-755A-C9D1-7132-08ED90715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E8C4C-3097-D107-43AA-8D2CD596D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C9A0-ED31-D1FC-4C50-C43C4208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45978-01D8-5547-5405-1328F6B0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6F7CF-189C-CD88-48FA-BAB4A12E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1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EB1A-9EC8-A412-276D-DF9E994C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B7E52-C02A-8CF2-68BB-842ACBE9D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7D134-9EC0-A161-AE9F-10071447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A9EB5-C8F1-F5ED-357E-CBBBD2D35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C67AB-469A-ED12-DFAF-A66A9636A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05B35-1262-20CA-EBCB-109E9FB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D0B04-DD8B-78F3-D1BD-06C1E726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8497A-59CC-76BC-1A5A-274C974B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E984-EF8C-026A-4663-B91DF254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8E1EB-4190-3289-FF7D-8EE66B37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230B2-8BF4-6739-BEFD-B58E2612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ADC2-0844-276E-69F8-5F2519A5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0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7FF2C-B8D1-36C9-A63C-CD359226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98BF3-DF05-305A-1553-4A3CBB75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2A3B2-E7F8-799A-FE65-7EA5CD28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4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9C1F-541B-F571-AD64-A6A5FB93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9D6D-1ED6-A722-34BE-D22BF86A2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0EEFD-4FB9-EC38-7E38-FA8C8C919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B1C6C-F59F-34D6-9DE3-441D7CB1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BB6B9-0E52-86CA-130D-B7616062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75234-1BA3-9714-DBBF-BD872D44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4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6191-447D-A7A1-B90E-98365F60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2E660-A463-78CF-7CB4-9010BEAFC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C0441-9A48-A7F3-89BF-9BABA682A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CA0C2-F59F-231D-5757-00FCEA69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4B8DB-666C-0C2D-F629-AC3BD6F3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4570F-17C2-82B0-6DFA-19D0F91C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F15B-5C3E-4FD8-56AD-4C5E3EF7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A9305-9042-D1B7-00FB-E5B8F8B3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C7CA-4C90-599E-56E7-31F35AD8F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5962-0639-9547-1D9E-9A5A8B45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D06B9-D560-E997-166F-D4E5FE5C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1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E966C-5B71-47FC-A0B0-738FF56F1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93E71-31E7-FD05-BDA1-D5167CD93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C2C1-15EA-CAFA-BA5A-54E031D8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4211-897C-3DBF-0CB6-8F687B88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0885-A8F0-02EA-1EF6-686F8CEF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1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68C91-12CB-77C1-8EA1-574CA397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844B-FB5E-32C2-EDAB-8C2AAF81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E947C-E952-FCCE-6F0F-4B075CE1A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575C2-C7F4-A744-ACE9-1166B39FA1F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F5D05-CED0-2608-9EF9-34ABF31F0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A06F-2F14-EB13-9F3B-1C083561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3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EE7D-B503-CCCF-F992-6E62C47BC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BE167C0-C56C-42E3-CB94-A91B9144EF4A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500A8B6A-1F2B-BDE8-A058-341B8B957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A32A08-AA63-AEBE-45F2-39F0A6143236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0A5B79-7AC1-E029-9286-B8AE7A56298C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1633BC02-2748-AE6B-9420-EE921F59B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C0153B-679D-1208-D8F6-23630AD61C89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B69E419F-C744-06B9-9D50-7BA2532489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FDE072-60AD-0EF2-AA8D-381B1532213A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E00DA5C-F78C-E84B-80AD-77FE346F19F8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FF510A-BDF8-BC0C-8818-27035D2D3C1A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3AE0427-52F5-3544-CA25-B7E2056C2548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EA3CE84-15EC-E5F0-6D92-3AA22AD5E2F1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50434-4C01-86BC-1621-403CE79DD9A4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36EA2A-2657-D52A-798D-C184C14EEA54}"/>
              </a:ext>
            </a:extLst>
          </p:cNvPr>
          <p:cNvSpPr txBox="1"/>
          <p:nvPr/>
        </p:nvSpPr>
        <p:spPr>
          <a:xfrm>
            <a:off x="7363305" y="1467478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50CA46-867C-718A-73EA-95FECE42ADE1}"/>
              </a:ext>
            </a:extLst>
          </p:cNvPr>
          <p:cNvSpPr txBox="1"/>
          <p:nvPr/>
        </p:nvSpPr>
        <p:spPr>
          <a:xfrm>
            <a:off x="7583421" y="2181051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5D023D-C704-2CE9-377A-CE4515FF7042}"/>
              </a:ext>
            </a:extLst>
          </p:cNvPr>
          <p:cNvGrpSpPr/>
          <p:nvPr/>
        </p:nvGrpSpPr>
        <p:grpSpPr>
          <a:xfrm>
            <a:off x="795736" y="2964820"/>
            <a:ext cx="855769" cy="326330"/>
            <a:chOff x="867544" y="3794174"/>
            <a:chExt cx="855769" cy="32633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AE6A28-30F1-08A4-742B-8D5774218C6D}"/>
                </a:ext>
              </a:extLst>
            </p:cNvPr>
            <p:cNvSpPr txBox="1"/>
            <p:nvPr/>
          </p:nvSpPr>
          <p:spPr>
            <a:xfrm>
              <a:off x="867544" y="3794174"/>
              <a:ext cx="855769" cy="276999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ECB6D4-311B-0AD7-6437-87E241DCBD75}"/>
                </a:ext>
              </a:extLst>
            </p:cNvPr>
            <p:cNvSpPr txBox="1"/>
            <p:nvPr/>
          </p:nvSpPr>
          <p:spPr>
            <a:xfrm>
              <a:off x="867545" y="382202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E0826D-2936-D47B-E07C-60944B4E2AD0}"/>
              </a:ext>
            </a:extLst>
          </p:cNvPr>
          <p:cNvCxnSpPr>
            <a:cxnSpLocks/>
          </p:cNvCxnSpPr>
          <p:nvPr/>
        </p:nvCxnSpPr>
        <p:spPr>
          <a:xfrm>
            <a:off x="1677537" y="3127985"/>
            <a:ext cx="207916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815742-E2B9-0459-8538-A23D58ADF104}"/>
              </a:ext>
            </a:extLst>
          </p:cNvPr>
          <p:cNvSpPr txBox="1"/>
          <p:nvPr/>
        </p:nvSpPr>
        <p:spPr>
          <a:xfrm>
            <a:off x="2263438" y="278693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60622C3-48A1-A353-296B-F728A3015380}"/>
              </a:ext>
            </a:extLst>
          </p:cNvPr>
          <p:cNvCxnSpPr>
            <a:cxnSpLocks/>
          </p:cNvCxnSpPr>
          <p:nvPr/>
        </p:nvCxnSpPr>
        <p:spPr>
          <a:xfrm>
            <a:off x="3756705" y="3127985"/>
            <a:ext cx="190848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0FE6B90-7D17-BA75-3FB3-367462F3A3D3}"/>
              </a:ext>
            </a:extLst>
          </p:cNvPr>
          <p:cNvSpPr txBox="1"/>
          <p:nvPr/>
        </p:nvSpPr>
        <p:spPr>
          <a:xfrm>
            <a:off x="3782802" y="2786934"/>
            <a:ext cx="171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72053EA3-C536-D778-B3CA-AE383875C582}"/>
              </a:ext>
            </a:extLst>
          </p:cNvPr>
          <p:cNvCxnSpPr>
            <a:cxnSpLocks/>
            <a:stCxn id="21" idx="2"/>
            <a:endCxn id="30" idx="0"/>
          </p:cNvCxnSpPr>
          <p:nvPr/>
        </p:nvCxnSpPr>
        <p:spPr>
          <a:xfrm rot="16200000" flipH="1">
            <a:off x="7678109" y="1907688"/>
            <a:ext cx="344241" cy="202483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EF362878-0C0D-D517-575E-71D1E3A9D511}"/>
              </a:ext>
            </a:extLst>
          </p:cNvPr>
          <p:cNvCxnSpPr>
            <a:cxnSpLocks/>
            <a:stCxn id="30" idx="2"/>
            <a:endCxn id="42" idx="3"/>
          </p:cNvCxnSpPr>
          <p:nvPr/>
        </p:nvCxnSpPr>
        <p:spPr>
          <a:xfrm rot="5400000">
            <a:off x="7431117" y="2569429"/>
            <a:ext cx="539400" cy="50130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86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8DFD9-6F77-925D-376C-6C0C8F41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5065E09-AF70-02C3-51DB-10C0111E69EC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711F5341-B58E-4AC3-C8E0-402230128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671180-4FEA-B0DD-70A0-8AFA0D49B4D8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9EA80D-3419-53E6-73AC-6CF731C3B2D4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634EADB1-1F0F-F773-8AC5-27A87F0D0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D57231-C8F7-1FBB-E8EF-9EB39FAD6D13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FAA031C2-066E-425F-94F4-2CC2A5E6D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0DB5BB-390F-40FA-ADDC-01D3A31D37EB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rgbClr val="156082">
                <a:alpha val="50196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9FA69AC-9E4A-5707-3F0C-9D39A4EE9DE5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5E428A-C2B0-E147-E23B-F48B3BA988A6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rgbClr val="156082">
                <a:alpha val="50196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E462A5-2195-9DAE-F218-3C5CAE70C901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rgbClr val="156082">
                <a:alpha val="50196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3A842C8-9F8B-D57A-3D6A-8D861AF735E4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ED3A3-EC73-325A-B316-40671544FDC2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4912B-B535-3BEA-D8CC-D152F18A2A22}"/>
              </a:ext>
            </a:extLst>
          </p:cNvPr>
          <p:cNvSpPr txBox="1"/>
          <p:nvPr/>
        </p:nvSpPr>
        <p:spPr>
          <a:xfrm>
            <a:off x="9329057" y="6259286"/>
            <a:ext cx="1998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worksheet only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B9D65-D4E6-2FA3-F961-96C5BD61E905}"/>
              </a:ext>
            </a:extLst>
          </p:cNvPr>
          <p:cNvSpPr txBox="1"/>
          <p:nvPr/>
        </p:nvSpPr>
        <p:spPr>
          <a:xfrm>
            <a:off x="5740270" y="3614586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89c598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D698C2-B085-3CE3-DA4E-3617D9A6800C}"/>
              </a:ext>
            </a:extLst>
          </p:cNvPr>
          <p:cNvCxnSpPr>
            <a:endCxn id="6" idx="0"/>
          </p:cNvCxnSpPr>
          <p:nvPr/>
        </p:nvCxnSpPr>
        <p:spPr>
          <a:xfrm>
            <a:off x="6595216" y="3366782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B2B092-BAE5-84DF-DA50-835BD5B356D3}"/>
              </a:ext>
            </a:extLst>
          </p:cNvPr>
          <p:cNvSpPr txBox="1"/>
          <p:nvPr/>
        </p:nvSpPr>
        <p:spPr>
          <a:xfrm>
            <a:off x="6595216" y="3352184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A1685-D70F-78CA-884E-65E3C423C5A1}"/>
              </a:ext>
            </a:extLst>
          </p:cNvPr>
          <p:cNvSpPr txBox="1"/>
          <p:nvPr/>
        </p:nvSpPr>
        <p:spPr>
          <a:xfrm>
            <a:off x="5740270" y="4425191"/>
            <a:ext cx="1665008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b2f562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164163-BA90-3271-E0F5-DB5920F1436D}"/>
              </a:ext>
            </a:extLst>
          </p:cNvPr>
          <p:cNvSpPr txBox="1"/>
          <p:nvPr/>
        </p:nvSpPr>
        <p:spPr>
          <a:xfrm>
            <a:off x="6644076" y="418071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7FBB86-FD6A-9D53-FD18-CB1FDE49705F}"/>
              </a:ext>
            </a:extLst>
          </p:cNvPr>
          <p:cNvCxnSpPr/>
          <p:nvPr/>
        </p:nvCxnSpPr>
        <p:spPr>
          <a:xfrm>
            <a:off x="6595216" y="4174297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65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D19B-3D6A-8969-C5FB-65BE2DFC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21D636C-52CE-436F-4CD7-960F2A5D2153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B6B59-A0F4-D397-5240-F57722ED0204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B76779-1F0A-9978-E6ED-0C455D673588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03E09-27A1-BC71-D61B-3C351A5BC44B}"/>
              </a:ext>
            </a:extLst>
          </p:cNvPr>
          <p:cNvSpPr txBox="1"/>
          <p:nvPr/>
        </p:nvSpPr>
        <p:spPr>
          <a:xfrm>
            <a:off x="771346" y="1746254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FC75EFC3-BBA4-3046-BBCF-B13395F4205F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1170399" y="2102215"/>
            <a:ext cx="488277" cy="515017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15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4B5F-B7E0-BA2A-E275-E957FE72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65CACED-50AE-248F-68F8-01005BCE945A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91080-808F-5B35-C43B-93062AEC4AED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52207C-9C04-BBE8-70C6-1A3DAB7A88C4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A37D7-66D1-E373-6B18-D04E4BFC7FB4}"/>
              </a:ext>
            </a:extLst>
          </p:cNvPr>
          <p:cNvSpPr txBox="1"/>
          <p:nvPr/>
        </p:nvSpPr>
        <p:spPr>
          <a:xfrm>
            <a:off x="9927771" y="6281057"/>
            <a:ext cx="1998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worksheet only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11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7E3FA-54C3-2D9E-45D4-54CCA080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FFA10D6-E267-0CD9-2270-95031C32A3BE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436C1290-C15A-5080-6467-8F573B202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867899-3B9B-FAC9-D7D9-78446C415582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7A0F38-74A4-BBA8-044D-EF44B61F0283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5A9F535C-2135-E051-ADDA-31B765E4D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89685D-5204-B174-6494-733138B4184A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1B2E6B3B-2535-C42B-3084-DEFFCA8A14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F59829-1208-FA9B-1F80-55461DC68E08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635E226-5326-3D7D-036A-93EF2C697EDC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EB109E-1727-1335-291D-3BF6AFEB67DA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67EA44-1EFD-1F58-3BF6-44B9CFDA5AA4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0AB5792-354C-D9AC-E50E-B3B320AEE15A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A0B83-36DE-E908-4CA0-3363E36147BD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7136A-F165-FA55-C9AC-BDDAE2B5CD9E}"/>
              </a:ext>
            </a:extLst>
          </p:cNvPr>
          <p:cNvSpPr txBox="1"/>
          <p:nvPr/>
        </p:nvSpPr>
        <p:spPr>
          <a:xfrm>
            <a:off x="8720629" y="1495852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00A01A-376C-C805-1859-81052433D496}"/>
              </a:ext>
            </a:extLst>
          </p:cNvPr>
          <p:cNvSpPr txBox="1"/>
          <p:nvPr/>
        </p:nvSpPr>
        <p:spPr>
          <a:xfrm>
            <a:off x="7583421" y="2181051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79E2BDE3-9AD9-1417-82FF-12D5784A1A87}"/>
              </a:ext>
            </a:extLst>
          </p:cNvPr>
          <p:cNvCxnSpPr>
            <a:cxnSpLocks/>
            <a:stCxn id="21" idx="2"/>
            <a:endCxn id="4" idx="0"/>
          </p:cNvCxnSpPr>
          <p:nvPr/>
        </p:nvCxnSpPr>
        <p:spPr>
          <a:xfrm rot="16200000" flipH="1">
            <a:off x="8986802" y="1984694"/>
            <a:ext cx="315867" cy="76846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DE431F86-FBAB-C64B-6ED9-938450340F0E}"/>
              </a:ext>
            </a:extLst>
          </p:cNvPr>
          <p:cNvCxnSpPr>
            <a:cxnSpLocks/>
            <a:stCxn id="30" idx="2"/>
            <a:endCxn id="42" idx="3"/>
          </p:cNvCxnSpPr>
          <p:nvPr/>
        </p:nvCxnSpPr>
        <p:spPr>
          <a:xfrm rot="5400000">
            <a:off x="7431117" y="2569429"/>
            <a:ext cx="539400" cy="50130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789308-FF5D-68F6-AB47-48EDB38EC6A2}"/>
              </a:ext>
            </a:extLst>
          </p:cNvPr>
          <p:cNvSpPr txBox="1"/>
          <p:nvPr/>
        </p:nvSpPr>
        <p:spPr>
          <a:xfrm>
            <a:off x="8470724" y="2181051"/>
            <a:ext cx="1424868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5F7A2DE4-92E7-C5EC-4A6F-BBED1484D6EB}"/>
              </a:ext>
            </a:extLst>
          </p:cNvPr>
          <p:cNvCxnSpPr>
            <a:cxnSpLocks/>
            <a:stCxn id="4" idx="2"/>
            <a:endCxn id="42" idx="3"/>
          </p:cNvCxnSpPr>
          <p:nvPr/>
        </p:nvCxnSpPr>
        <p:spPr>
          <a:xfrm rot="5400000">
            <a:off x="8046960" y="1953585"/>
            <a:ext cx="539400" cy="1732996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432CB2-A969-67A0-12B3-0FCE99931B17}"/>
              </a:ext>
            </a:extLst>
          </p:cNvPr>
          <p:cNvSpPr txBox="1"/>
          <p:nvPr/>
        </p:nvSpPr>
        <p:spPr>
          <a:xfrm>
            <a:off x="9568140" y="6488668"/>
            <a:ext cx="262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checkout –b feature-1</a:t>
            </a:r>
          </a:p>
        </p:txBody>
      </p:sp>
    </p:spTree>
    <p:extLst>
      <p:ext uri="{BB962C8B-B14F-4D97-AF65-F5344CB8AC3E}">
        <p14:creationId xmlns:p14="http://schemas.microsoft.com/office/powerpoint/2010/main" val="53959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21E81-02BD-38BB-ABB3-5C68F1B4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49D9D1A-54E7-E3AE-73DB-B3B6255E372C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691587DE-8B39-9FCD-63C6-2B591BA73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71FF37-FCBC-7708-B764-0123C850E221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D6AA85-B5DE-198C-28F9-0BAC61B37B39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ABA5D444-54D6-3950-F84B-6A6ADE35A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AF13A3-0547-FDA7-1366-695B926CBF49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83F03077-4FE2-4ED0-CF84-1A0DF7755E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EFB7CC-7BF9-FD57-CE70-D92404CA3280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5155B7A-93D4-A8B0-1A0D-9EFB4CA6A6EB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316ACF-4761-7730-E6D0-37FD2F84B430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A36921-2B20-F45B-584F-4B38DC6BE6FE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55C7F7D-1178-3833-F5CF-C27437AD0CCB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82FE29-6BD6-D2F8-54E0-87D1D38C152E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65A8A-52B4-FFEA-95F2-26DF921097D0}"/>
              </a:ext>
            </a:extLst>
          </p:cNvPr>
          <p:cNvSpPr txBox="1"/>
          <p:nvPr/>
        </p:nvSpPr>
        <p:spPr>
          <a:xfrm>
            <a:off x="5740270" y="3614586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89c598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EAAEE1-1508-9A2E-0DDA-CF53B37404EF}"/>
              </a:ext>
            </a:extLst>
          </p:cNvPr>
          <p:cNvGrpSpPr/>
          <p:nvPr/>
        </p:nvGrpSpPr>
        <p:grpSpPr>
          <a:xfrm>
            <a:off x="795736" y="3788388"/>
            <a:ext cx="855769" cy="326330"/>
            <a:chOff x="867544" y="3794174"/>
            <a:chExt cx="855769" cy="326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7A5D27-F3EF-3B1D-1903-F707C6E6268E}"/>
                </a:ext>
              </a:extLst>
            </p:cNvPr>
            <p:cNvSpPr txBox="1"/>
            <p:nvPr/>
          </p:nvSpPr>
          <p:spPr>
            <a:xfrm>
              <a:off x="867544" y="3794174"/>
              <a:ext cx="855769" cy="276999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21150A-EE69-4A49-C976-C651687EE81D}"/>
                </a:ext>
              </a:extLst>
            </p:cNvPr>
            <p:cNvSpPr txBox="1"/>
            <p:nvPr/>
          </p:nvSpPr>
          <p:spPr>
            <a:xfrm>
              <a:off x="867545" y="382202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83126A-A698-3545-15E8-56C7076E4AF0}"/>
              </a:ext>
            </a:extLst>
          </p:cNvPr>
          <p:cNvCxnSpPr>
            <a:cxnSpLocks/>
          </p:cNvCxnSpPr>
          <p:nvPr/>
        </p:nvCxnSpPr>
        <p:spPr>
          <a:xfrm>
            <a:off x="1677537" y="3951553"/>
            <a:ext cx="207916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910A46-D0F7-A3A9-609F-FE4763916BD6}"/>
              </a:ext>
            </a:extLst>
          </p:cNvPr>
          <p:cNvSpPr txBox="1"/>
          <p:nvPr/>
        </p:nvSpPr>
        <p:spPr>
          <a:xfrm>
            <a:off x="2376881" y="3610502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F293D0-AD22-881E-1CBF-984C7D8E3383}"/>
              </a:ext>
            </a:extLst>
          </p:cNvPr>
          <p:cNvCxnSpPr>
            <a:cxnSpLocks/>
          </p:cNvCxnSpPr>
          <p:nvPr/>
        </p:nvCxnSpPr>
        <p:spPr>
          <a:xfrm>
            <a:off x="3756705" y="3951553"/>
            <a:ext cx="190848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1EFC70-FAE2-4F0D-16E0-8F4FDF783E3B}"/>
              </a:ext>
            </a:extLst>
          </p:cNvPr>
          <p:cNvSpPr txBox="1"/>
          <p:nvPr/>
        </p:nvSpPr>
        <p:spPr>
          <a:xfrm>
            <a:off x="3782802" y="3610502"/>
            <a:ext cx="171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C9822-D5E0-14CC-2077-FF32842CED77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70F3F9-A53E-F673-234D-BEB8422457E2}"/>
              </a:ext>
            </a:extLst>
          </p:cNvPr>
          <p:cNvSpPr txBox="1"/>
          <p:nvPr/>
        </p:nvSpPr>
        <p:spPr>
          <a:xfrm>
            <a:off x="7583421" y="2181051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07798DF4-0E54-70AC-87CC-B199165D6775}"/>
              </a:ext>
            </a:extLst>
          </p:cNvPr>
          <p:cNvCxnSpPr>
            <a:cxnSpLocks/>
            <a:stCxn id="23" idx="2"/>
            <a:endCxn id="22" idx="3"/>
          </p:cNvCxnSpPr>
          <p:nvPr/>
        </p:nvCxnSpPr>
        <p:spPr>
          <a:xfrm rot="5400000">
            <a:off x="7431117" y="2569429"/>
            <a:ext cx="539400" cy="50130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DAB5AB4-9CA9-B543-5CCC-0996C50952FB}"/>
              </a:ext>
            </a:extLst>
          </p:cNvPr>
          <p:cNvSpPr txBox="1"/>
          <p:nvPr/>
        </p:nvSpPr>
        <p:spPr>
          <a:xfrm>
            <a:off x="9088592" y="2410653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BE4FAD67-54CE-F600-DC9C-0C6E72CC8CC9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rot="5400000">
            <a:off x="9213917" y="2749227"/>
            <a:ext cx="229601" cy="291117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C4E97D5-B83F-8933-1AC7-6E66A23F75D5}"/>
              </a:ext>
            </a:extLst>
          </p:cNvPr>
          <p:cNvSpPr txBox="1"/>
          <p:nvPr/>
        </p:nvSpPr>
        <p:spPr>
          <a:xfrm>
            <a:off x="8470724" y="3009586"/>
            <a:ext cx="1424868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108F7A49-8623-913E-D3F4-0D8EE6298143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8046960" y="2782120"/>
            <a:ext cx="539400" cy="1732996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7F4F0EA-4409-E531-A52C-D447C8EEF199}"/>
              </a:ext>
            </a:extLst>
          </p:cNvPr>
          <p:cNvCxnSpPr>
            <a:stCxn id="22" idx="2"/>
            <a:endCxn id="8" idx="0"/>
          </p:cNvCxnSpPr>
          <p:nvPr/>
        </p:nvCxnSpPr>
        <p:spPr>
          <a:xfrm>
            <a:off x="6595216" y="3366782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A9726BA-EB8B-6FC6-51D7-890DFF9FD70A}"/>
              </a:ext>
            </a:extLst>
          </p:cNvPr>
          <p:cNvSpPr txBox="1"/>
          <p:nvPr/>
        </p:nvSpPr>
        <p:spPr>
          <a:xfrm>
            <a:off x="6595216" y="3352184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</p:spTree>
    <p:extLst>
      <p:ext uri="{BB962C8B-B14F-4D97-AF65-F5344CB8AC3E}">
        <p14:creationId xmlns:p14="http://schemas.microsoft.com/office/powerpoint/2010/main" val="47851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80C27A1-14A2-2A2F-A43E-786E800A51D8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46F2B-1D67-A015-B4D7-F98CA76C0FE1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27FCA6-8793-4D5F-BE47-11E5CACFBCEA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DA6E742E-0595-ED26-5DD7-4D69212662A0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709C53-E5F2-1F71-0A10-95ED187EFC7E}"/>
              </a:ext>
            </a:extLst>
          </p:cNvPr>
          <p:cNvSpPr txBox="1"/>
          <p:nvPr/>
        </p:nvSpPr>
        <p:spPr>
          <a:xfrm>
            <a:off x="2553628" y="659678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43C90A-BEA2-5AE2-9FBE-BBD3112A1D0C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CB69D9-FFD6-498F-EFF2-8891596AEF6C}"/>
              </a:ext>
            </a:extLst>
          </p:cNvPr>
          <p:cNvSpPr txBox="1"/>
          <p:nvPr/>
        </p:nvSpPr>
        <p:spPr>
          <a:xfrm>
            <a:off x="1604544" y="659678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47B3901A-E666-198C-6537-43B22E83610C}"/>
              </a:ext>
            </a:extLst>
          </p:cNvPr>
          <p:cNvCxnSpPr>
            <a:cxnSpLocks/>
            <a:stCxn id="16" idx="2"/>
            <a:endCxn id="6" idx="1"/>
          </p:cNvCxnSpPr>
          <p:nvPr/>
        </p:nvCxnSpPr>
        <p:spPr>
          <a:xfrm rot="16200000" flipH="1">
            <a:off x="2284681" y="734555"/>
            <a:ext cx="420605" cy="1009513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69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F49D-3217-415D-92E8-45855A19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A466CDD-9CD3-5A38-E52C-9AF8EB3F700C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F4813F95-10A2-E01A-1922-11ACB6AE8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F2A4BA-1AC8-4AAF-1322-0DA189A1D3D0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3F783F-38AB-2205-D7F3-0B06F75BDFB9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56494BA7-5C19-8008-D44A-05F050E4B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EB7B63-771D-C924-B5CD-330124FC7407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90E95E52-875A-A02A-CE22-25765D3356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4956C1-B2B2-20DB-EC37-99270C32ABDA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12DE7F9-B80C-06FD-55B6-CF02FE3C69B0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078FA7-EF1D-DA20-9D62-2B057BF3B78C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3323D01-76F3-C87B-37BE-DB7B7EE446A0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3993E85-8106-A8A2-CD2F-B6B57FE6E49C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B2D941-A4CA-EDD4-4CB3-87F1F60E746A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A41F9-AE89-4D3E-3B10-B2ED7E2A1CBC}"/>
              </a:ext>
            </a:extLst>
          </p:cNvPr>
          <p:cNvSpPr txBox="1"/>
          <p:nvPr/>
        </p:nvSpPr>
        <p:spPr>
          <a:xfrm>
            <a:off x="5740270" y="3614586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89c598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3B9257-93D8-1AAA-D17B-B0A45557079D}"/>
              </a:ext>
            </a:extLst>
          </p:cNvPr>
          <p:cNvGrpSpPr/>
          <p:nvPr/>
        </p:nvGrpSpPr>
        <p:grpSpPr>
          <a:xfrm>
            <a:off x="795736" y="4427214"/>
            <a:ext cx="855769" cy="326330"/>
            <a:chOff x="867544" y="3794174"/>
            <a:chExt cx="855769" cy="326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B07672-74DF-1EAE-1801-72EE10C6A509}"/>
                </a:ext>
              </a:extLst>
            </p:cNvPr>
            <p:cNvSpPr txBox="1"/>
            <p:nvPr/>
          </p:nvSpPr>
          <p:spPr>
            <a:xfrm>
              <a:off x="867544" y="3794174"/>
              <a:ext cx="855769" cy="276999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5350FA-EEF2-06D1-1A27-054BB9E96B4F}"/>
                </a:ext>
              </a:extLst>
            </p:cNvPr>
            <p:cNvSpPr txBox="1"/>
            <p:nvPr/>
          </p:nvSpPr>
          <p:spPr>
            <a:xfrm>
              <a:off x="867545" y="382202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32A2C9-C6B0-D9F2-B297-8154BDB7036E}"/>
              </a:ext>
            </a:extLst>
          </p:cNvPr>
          <p:cNvCxnSpPr>
            <a:cxnSpLocks/>
          </p:cNvCxnSpPr>
          <p:nvPr/>
        </p:nvCxnSpPr>
        <p:spPr>
          <a:xfrm>
            <a:off x="1677537" y="4590379"/>
            <a:ext cx="207916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6A8609-BDF4-41DB-7206-26DDD5D8981C}"/>
              </a:ext>
            </a:extLst>
          </p:cNvPr>
          <p:cNvSpPr txBox="1"/>
          <p:nvPr/>
        </p:nvSpPr>
        <p:spPr>
          <a:xfrm>
            <a:off x="2376881" y="4249328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E563E9-E0EC-FDB7-BA94-93732934A6F5}"/>
              </a:ext>
            </a:extLst>
          </p:cNvPr>
          <p:cNvCxnSpPr>
            <a:cxnSpLocks/>
          </p:cNvCxnSpPr>
          <p:nvPr/>
        </p:nvCxnSpPr>
        <p:spPr>
          <a:xfrm>
            <a:off x="3756705" y="4590379"/>
            <a:ext cx="190848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01AA2C-C5A0-6219-83E5-B93F2B21152B}"/>
              </a:ext>
            </a:extLst>
          </p:cNvPr>
          <p:cNvSpPr txBox="1"/>
          <p:nvPr/>
        </p:nvSpPr>
        <p:spPr>
          <a:xfrm>
            <a:off x="3782802" y="4249328"/>
            <a:ext cx="171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E3D797-3566-957E-66BF-C00EF80B53BF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A4776F-A718-8BFE-A5A2-086B2A4DB779}"/>
              </a:ext>
            </a:extLst>
          </p:cNvPr>
          <p:cNvSpPr txBox="1"/>
          <p:nvPr/>
        </p:nvSpPr>
        <p:spPr>
          <a:xfrm>
            <a:off x="7583421" y="2181051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45879240-7BB9-56E6-5A58-394541086755}"/>
              </a:ext>
            </a:extLst>
          </p:cNvPr>
          <p:cNvCxnSpPr>
            <a:cxnSpLocks/>
            <a:stCxn id="23" idx="2"/>
            <a:endCxn id="22" idx="3"/>
          </p:cNvCxnSpPr>
          <p:nvPr/>
        </p:nvCxnSpPr>
        <p:spPr>
          <a:xfrm rot="5400000">
            <a:off x="7431117" y="2569429"/>
            <a:ext cx="539400" cy="50130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0AAEE58-3505-EF4C-8379-1072258BC9BA}"/>
              </a:ext>
            </a:extLst>
          </p:cNvPr>
          <p:cNvSpPr txBox="1"/>
          <p:nvPr/>
        </p:nvSpPr>
        <p:spPr>
          <a:xfrm>
            <a:off x="8559673" y="3306167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877DB114-9F8E-4F83-ACC3-FD91FF705F6E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rot="5400000">
            <a:off x="8684998" y="3644741"/>
            <a:ext cx="229601" cy="291117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D2BD5FB-790C-7AD9-4DB0-39B77B5456BF}"/>
              </a:ext>
            </a:extLst>
          </p:cNvPr>
          <p:cNvSpPr txBox="1"/>
          <p:nvPr/>
        </p:nvSpPr>
        <p:spPr>
          <a:xfrm>
            <a:off x="7941805" y="3905100"/>
            <a:ext cx="1424868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528A1C84-435D-DBE6-3DAA-03C16E972FD5}"/>
              </a:ext>
            </a:extLst>
          </p:cNvPr>
          <p:cNvCxnSpPr>
            <a:cxnSpLocks/>
            <a:stCxn id="32" idx="2"/>
            <a:endCxn id="20" idx="3"/>
          </p:cNvCxnSpPr>
          <p:nvPr/>
        </p:nvCxnSpPr>
        <p:spPr>
          <a:xfrm rot="5400000">
            <a:off x="7815880" y="3863831"/>
            <a:ext cx="427758" cy="1248961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830A51-1BDA-F5D1-7A40-9DF30DFE447C}"/>
              </a:ext>
            </a:extLst>
          </p:cNvPr>
          <p:cNvCxnSpPr>
            <a:stCxn id="22" idx="2"/>
            <a:endCxn id="8" idx="0"/>
          </p:cNvCxnSpPr>
          <p:nvPr/>
        </p:nvCxnSpPr>
        <p:spPr>
          <a:xfrm>
            <a:off x="6595216" y="3366782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11624B1-9BFC-A1C7-7CE9-B4DCBADE2050}"/>
              </a:ext>
            </a:extLst>
          </p:cNvPr>
          <p:cNvSpPr txBox="1"/>
          <p:nvPr/>
        </p:nvSpPr>
        <p:spPr>
          <a:xfrm>
            <a:off x="6630116" y="3352184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B3C88-3E96-C72A-1880-8801E5F5DAB3}"/>
              </a:ext>
            </a:extLst>
          </p:cNvPr>
          <p:cNvSpPr txBox="1"/>
          <p:nvPr/>
        </p:nvSpPr>
        <p:spPr>
          <a:xfrm>
            <a:off x="9568140" y="6488668"/>
            <a:ext cx="1914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feature-1-v3-repo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5E4EBE-A6ED-BA70-AA63-3410E189473D}"/>
              </a:ext>
            </a:extLst>
          </p:cNvPr>
          <p:cNvSpPr txBox="1"/>
          <p:nvPr/>
        </p:nvSpPr>
        <p:spPr>
          <a:xfrm>
            <a:off x="5740270" y="4425191"/>
            <a:ext cx="1665008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b2f562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74E52-8FCF-DF62-0331-F50038D9C882}"/>
              </a:ext>
            </a:extLst>
          </p:cNvPr>
          <p:cNvSpPr txBox="1"/>
          <p:nvPr/>
        </p:nvSpPr>
        <p:spPr>
          <a:xfrm>
            <a:off x="6644076" y="418071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52522B2-3885-C8A1-C33D-9FEDD1062F94}"/>
              </a:ext>
            </a:extLst>
          </p:cNvPr>
          <p:cNvCxnSpPr/>
          <p:nvPr/>
        </p:nvCxnSpPr>
        <p:spPr>
          <a:xfrm>
            <a:off x="6595216" y="4174297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33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7E0F-723B-4ED4-ABD3-0649C554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2F6F780-4856-A88E-9D9D-54F3278E7080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4ECAA5A9-9648-A9DD-1F0F-00D49063E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47A524-AF52-B356-83E1-42371D8E5204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A139B3-3042-4D67-2105-B3E576102D45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50D11EAA-1FBA-85A4-1306-72252D0DC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30D677-5829-7C0A-C491-9AE9003C1989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6F39B1CF-405E-B36E-D743-EF2B93F1B4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6F006D-DAEA-C233-5B55-6002445AA26B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D6FDD8F-DE98-ADD1-41AD-E94D8B4BF8D4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48E49D-68B6-40E0-C88E-26B6154446C3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08AF6A4-DB5D-C3E2-BBEC-284B3A5730C2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87F9268-8885-B2DE-AA7B-DDD7ADB0C1AF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93C178-FA0A-F59A-C316-2B34A5B4275E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6898B-889B-56B3-C1FA-FAB923B2DAA1}"/>
              </a:ext>
            </a:extLst>
          </p:cNvPr>
          <p:cNvSpPr txBox="1"/>
          <p:nvPr/>
        </p:nvSpPr>
        <p:spPr>
          <a:xfrm>
            <a:off x="5740270" y="3614586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89c598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5B446E-1746-A30E-4732-2E4A89F43690}"/>
              </a:ext>
            </a:extLst>
          </p:cNvPr>
          <p:cNvGrpSpPr/>
          <p:nvPr/>
        </p:nvGrpSpPr>
        <p:grpSpPr>
          <a:xfrm>
            <a:off x="795736" y="5110260"/>
            <a:ext cx="855769" cy="326330"/>
            <a:chOff x="867544" y="3794174"/>
            <a:chExt cx="855769" cy="326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8AA335-2BE3-4167-AC69-7EA870FE5809}"/>
                </a:ext>
              </a:extLst>
            </p:cNvPr>
            <p:cNvSpPr txBox="1"/>
            <p:nvPr/>
          </p:nvSpPr>
          <p:spPr>
            <a:xfrm>
              <a:off x="867544" y="3794174"/>
              <a:ext cx="855769" cy="276999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585EA7-1950-D844-DC43-5DB8E543BFD4}"/>
                </a:ext>
              </a:extLst>
            </p:cNvPr>
            <p:cNvSpPr txBox="1"/>
            <p:nvPr/>
          </p:nvSpPr>
          <p:spPr>
            <a:xfrm>
              <a:off x="867545" y="382202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7254E1-F2C2-F8E0-7DD9-7A5822523395}"/>
              </a:ext>
            </a:extLst>
          </p:cNvPr>
          <p:cNvCxnSpPr>
            <a:cxnSpLocks/>
          </p:cNvCxnSpPr>
          <p:nvPr/>
        </p:nvCxnSpPr>
        <p:spPr>
          <a:xfrm>
            <a:off x="1677537" y="5273425"/>
            <a:ext cx="207916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EBC9E8-D226-3B12-A55E-2A63980E2F1A}"/>
              </a:ext>
            </a:extLst>
          </p:cNvPr>
          <p:cNvSpPr txBox="1"/>
          <p:nvPr/>
        </p:nvSpPr>
        <p:spPr>
          <a:xfrm>
            <a:off x="2376881" y="493237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81520C-8CA2-152C-9EAD-426489BDFC39}"/>
              </a:ext>
            </a:extLst>
          </p:cNvPr>
          <p:cNvCxnSpPr>
            <a:cxnSpLocks/>
          </p:cNvCxnSpPr>
          <p:nvPr/>
        </p:nvCxnSpPr>
        <p:spPr>
          <a:xfrm>
            <a:off x="3756705" y="5273425"/>
            <a:ext cx="190848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95F4C8-E60B-5C29-FDBB-813158DC5114}"/>
              </a:ext>
            </a:extLst>
          </p:cNvPr>
          <p:cNvSpPr txBox="1"/>
          <p:nvPr/>
        </p:nvSpPr>
        <p:spPr>
          <a:xfrm>
            <a:off x="3782802" y="4932374"/>
            <a:ext cx="171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BFA271-69A0-7ED6-1DE1-C4B3C7286263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97FBC-0207-3B03-4E6E-8C2C5683AF6D}"/>
              </a:ext>
            </a:extLst>
          </p:cNvPr>
          <p:cNvSpPr txBox="1"/>
          <p:nvPr/>
        </p:nvSpPr>
        <p:spPr>
          <a:xfrm>
            <a:off x="8431748" y="559186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E838E702-B44D-EAB9-EC5C-D4077A450465}"/>
              </a:ext>
            </a:extLst>
          </p:cNvPr>
          <p:cNvCxnSpPr>
            <a:cxnSpLocks/>
            <a:stCxn id="23" idx="2"/>
            <a:endCxn id="19" idx="2"/>
          </p:cNvCxnSpPr>
          <p:nvPr/>
        </p:nvCxnSpPr>
        <p:spPr>
          <a:xfrm rot="5400000" flipH="1">
            <a:off x="7617282" y="4778681"/>
            <a:ext cx="184666" cy="2180366"/>
          </a:xfrm>
          <a:prstGeom prst="curvedConnector3">
            <a:avLst>
              <a:gd name="adj1" fmla="val -123791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56CC150-D396-39A8-A1DD-428F0B0B7C65}"/>
              </a:ext>
            </a:extLst>
          </p:cNvPr>
          <p:cNvSpPr txBox="1"/>
          <p:nvPr/>
        </p:nvSpPr>
        <p:spPr>
          <a:xfrm>
            <a:off x="8705271" y="4945534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92BBE117-62ED-2BD5-A60F-E5ECCB2E65E7}"/>
              </a:ext>
            </a:extLst>
          </p:cNvPr>
          <p:cNvCxnSpPr>
            <a:cxnSpLocks/>
            <a:stCxn id="30" idx="2"/>
            <a:endCxn id="23" idx="0"/>
          </p:cNvCxnSpPr>
          <p:nvPr/>
        </p:nvCxnSpPr>
        <p:spPr>
          <a:xfrm rot="5400000">
            <a:off x="8806877" y="5307787"/>
            <a:ext cx="276999" cy="29115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6DCA174-D3EA-AABE-25C5-F7DB7B35694D}"/>
              </a:ext>
            </a:extLst>
          </p:cNvPr>
          <p:cNvSpPr txBox="1"/>
          <p:nvPr/>
        </p:nvSpPr>
        <p:spPr>
          <a:xfrm>
            <a:off x="7941805" y="3905100"/>
            <a:ext cx="1424868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B3D5E77D-C6FF-EBB5-B9F9-1C705865A400}"/>
              </a:ext>
            </a:extLst>
          </p:cNvPr>
          <p:cNvCxnSpPr>
            <a:cxnSpLocks/>
            <a:stCxn id="32" idx="2"/>
            <a:endCxn id="20" idx="3"/>
          </p:cNvCxnSpPr>
          <p:nvPr/>
        </p:nvCxnSpPr>
        <p:spPr>
          <a:xfrm rot="5400000">
            <a:off x="7815880" y="3863831"/>
            <a:ext cx="427758" cy="1248961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EEBDD-82E8-6C0C-F329-F5D93FDDBA94}"/>
              </a:ext>
            </a:extLst>
          </p:cNvPr>
          <p:cNvCxnSpPr>
            <a:stCxn id="22" idx="2"/>
            <a:endCxn id="8" idx="0"/>
          </p:cNvCxnSpPr>
          <p:nvPr/>
        </p:nvCxnSpPr>
        <p:spPr>
          <a:xfrm>
            <a:off x="6595216" y="3366782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7EA6185-1FBE-C007-307C-DE42701182A3}"/>
              </a:ext>
            </a:extLst>
          </p:cNvPr>
          <p:cNvSpPr txBox="1"/>
          <p:nvPr/>
        </p:nvSpPr>
        <p:spPr>
          <a:xfrm>
            <a:off x="6630116" y="3352184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93A708-A084-38D0-46E2-A281C2C4ECD8}"/>
              </a:ext>
            </a:extLst>
          </p:cNvPr>
          <p:cNvSpPr txBox="1"/>
          <p:nvPr/>
        </p:nvSpPr>
        <p:spPr>
          <a:xfrm>
            <a:off x="9568140" y="6488668"/>
            <a:ext cx="2140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quiz3 question repo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85B22-ACD3-BEF8-4CBF-4ED115675203}"/>
              </a:ext>
            </a:extLst>
          </p:cNvPr>
          <p:cNvSpPr txBox="1"/>
          <p:nvPr/>
        </p:nvSpPr>
        <p:spPr>
          <a:xfrm>
            <a:off x="5740270" y="4425191"/>
            <a:ext cx="1665008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b2f562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E053D2-9AB3-84AD-97E7-31F81A834D00}"/>
              </a:ext>
            </a:extLst>
          </p:cNvPr>
          <p:cNvSpPr txBox="1"/>
          <p:nvPr/>
        </p:nvSpPr>
        <p:spPr>
          <a:xfrm>
            <a:off x="6644076" y="418071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7918E2-E927-42A8-671A-DB1582AA43DE}"/>
              </a:ext>
            </a:extLst>
          </p:cNvPr>
          <p:cNvCxnSpPr/>
          <p:nvPr/>
        </p:nvCxnSpPr>
        <p:spPr>
          <a:xfrm>
            <a:off x="6595216" y="4174297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A1DBE2-0C19-EDB6-4FF5-30760E36F518}"/>
              </a:ext>
            </a:extLst>
          </p:cNvPr>
          <p:cNvSpPr txBox="1"/>
          <p:nvPr/>
        </p:nvSpPr>
        <p:spPr>
          <a:xfrm>
            <a:off x="5764486" y="5222533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12CAA49F-69D9-8312-AFE9-10BE5D95D98D}"/>
              </a:ext>
            </a:extLst>
          </p:cNvPr>
          <p:cNvCxnSpPr>
            <a:cxnSpLocks/>
            <a:stCxn id="19" idx="3"/>
            <a:endCxn id="22" idx="3"/>
          </p:cNvCxnSpPr>
          <p:nvPr/>
        </p:nvCxnSpPr>
        <p:spPr>
          <a:xfrm flipH="1" flipV="1">
            <a:off x="7450162" y="3089783"/>
            <a:ext cx="24216" cy="2409749"/>
          </a:xfrm>
          <a:prstGeom prst="curvedConnector3">
            <a:avLst>
              <a:gd name="adj1" fmla="val -944004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652F011-112C-CF2B-F6EE-E4708B54A429}"/>
              </a:ext>
            </a:extLst>
          </p:cNvPr>
          <p:cNvSpPr txBox="1"/>
          <p:nvPr/>
        </p:nvSpPr>
        <p:spPr>
          <a:xfrm>
            <a:off x="7583421" y="514885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</p:spTree>
    <p:extLst>
      <p:ext uri="{BB962C8B-B14F-4D97-AF65-F5344CB8AC3E}">
        <p14:creationId xmlns:p14="http://schemas.microsoft.com/office/powerpoint/2010/main" val="144245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2BFD-79D5-D4BA-036B-9C8E59AF4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06C93F4-2B7C-345B-318A-5A78AD47E4C8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C72ED-5119-FA8E-1256-4D8A4D9E97AD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900FC8-EC38-91A1-957A-AF3E0336E8ED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73D13F8-468F-4923-9924-6D50A172A264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023B5B-9250-04A4-245A-CE69B69F23BB}"/>
              </a:ext>
            </a:extLst>
          </p:cNvPr>
          <p:cNvSpPr txBox="1"/>
          <p:nvPr/>
        </p:nvSpPr>
        <p:spPr>
          <a:xfrm>
            <a:off x="2553628" y="659678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FF81EC-C07F-56BD-BA79-B865F6E934BC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48758-977E-1729-80AF-2B879F577E94}"/>
              </a:ext>
            </a:extLst>
          </p:cNvPr>
          <p:cNvSpPr txBox="1"/>
          <p:nvPr/>
        </p:nvSpPr>
        <p:spPr>
          <a:xfrm>
            <a:off x="5263375" y="749675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5693D7AC-E022-082F-697C-31383EB5D6B5}"/>
              </a:ext>
            </a:extLst>
          </p:cNvPr>
          <p:cNvCxnSpPr>
            <a:cxnSpLocks/>
            <a:stCxn id="16" idx="2"/>
            <a:endCxn id="2" idx="7"/>
          </p:cNvCxnSpPr>
          <p:nvPr/>
        </p:nvCxnSpPr>
        <p:spPr>
          <a:xfrm rot="5400000">
            <a:off x="5067326" y="877617"/>
            <a:ext cx="340342" cy="82312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D844B17-FDD8-3D69-13F0-2B6BCAA2A296}"/>
              </a:ext>
            </a:extLst>
          </p:cNvPr>
          <p:cNvSpPr/>
          <p:nvPr/>
        </p:nvSpPr>
        <p:spPr>
          <a:xfrm>
            <a:off x="4320476" y="1372626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21B96B-19D8-25A6-16C1-A6819BCDB920}"/>
              </a:ext>
            </a:extLst>
          </p:cNvPr>
          <p:cNvCxnSpPr>
            <a:stCxn id="6" idx="6"/>
            <a:endCxn id="2" idx="2"/>
          </p:cNvCxnSpPr>
          <p:nvPr/>
        </p:nvCxnSpPr>
        <p:spPr>
          <a:xfrm>
            <a:off x="3505200" y="1658984"/>
            <a:ext cx="815276" cy="973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590E2F-D8D5-D956-3E82-89FA5D3639DE}"/>
              </a:ext>
            </a:extLst>
          </p:cNvPr>
          <p:cNvSpPr txBox="1"/>
          <p:nvPr/>
        </p:nvSpPr>
        <p:spPr>
          <a:xfrm>
            <a:off x="9568140" y="6488668"/>
            <a:ext cx="22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feature-1-v3-concept</a:t>
            </a:r>
          </a:p>
        </p:txBody>
      </p:sp>
    </p:spTree>
    <p:extLst>
      <p:ext uri="{BB962C8B-B14F-4D97-AF65-F5344CB8AC3E}">
        <p14:creationId xmlns:p14="http://schemas.microsoft.com/office/powerpoint/2010/main" val="124427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C686-93C0-5D27-613D-8BCF3B72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FEC7E4-18FD-CA47-1B45-7B2A02384DB9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9201-E46E-8663-1D2B-78F475F041C1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C517A8-B1E0-43EE-D622-4F9FF695A735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73CE8074-EBAF-7EF8-A0C0-14663FE1CBD7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D094D19-6016-289C-D06B-6910445EB7C4}"/>
              </a:ext>
            </a:extLst>
          </p:cNvPr>
          <p:cNvSpPr txBox="1"/>
          <p:nvPr/>
        </p:nvSpPr>
        <p:spPr>
          <a:xfrm>
            <a:off x="2553628" y="659678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72C8EB-8A16-CAB9-E2A4-CC62028AD604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224BE-B298-FB9A-B3BB-407EA7C99E9B}"/>
              </a:ext>
            </a:extLst>
          </p:cNvPr>
          <p:cNvSpPr txBox="1"/>
          <p:nvPr/>
        </p:nvSpPr>
        <p:spPr>
          <a:xfrm>
            <a:off x="3706007" y="2125729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168299DF-70F1-0C6E-FED7-892CCF2721C5}"/>
              </a:ext>
            </a:extLst>
          </p:cNvPr>
          <p:cNvCxnSpPr>
            <a:cxnSpLocks/>
            <a:stCxn id="16" idx="2"/>
            <a:endCxn id="3" idx="7"/>
          </p:cNvCxnSpPr>
          <p:nvPr/>
        </p:nvCxnSpPr>
        <p:spPr>
          <a:xfrm rot="5400000">
            <a:off x="3642088" y="2240983"/>
            <a:ext cx="195524" cy="70368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CF9D5FC-FB26-6D0E-C14B-7491D54C1779}"/>
              </a:ext>
            </a:extLst>
          </p:cNvPr>
          <p:cNvSpPr/>
          <p:nvPr/>
        </p:nvSpPr>
        <p:spPr>
          <a:xfrm>
            <a:off x="4320476" y="1372626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825B71-D5DD-6A5A-B329-A8508D4E83B2}"/>
              </a:ext>
            </a:extLst>
          </p:cNvPr>
          <p:cNvCxnSpPr>
            <a:stCxn id="6" idx="6"/>
            <a:endCxn id="2" idx="2"/>
          </p:cNvCxnSpPr>
          <p:nvPr/>
        </p:nvCxnSpPr>
        <p:spPr>
          <a:xfrm>
            <a:off x="3505200" y="1658984"/>
            <a:ext cx="815276" cy="973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51DDD0-E6B3-1005-D034-24307E33C52A}"/>
              </a:ext>
            </a:extLst>
          </p:cNvPr>
          <p:cNvSpPr txBox="1"/>
          <p:nvPr/>
        </p:nvSpPr>
        <p:spPr>
          <a:xfrm>
            <a:off x="9568140" y="6488668"/>
            <a:ext cx="255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quiz 3 question concept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EB4EED-A98D-0735-662C-7D6565D2FD71}"/>
              </a:ext>
            </a:extLst>
          </p:cNvPr>
          <p:cNvSpPr/>
          <p:nvPr/>
        </p:nvSpPr>
        <p:spPr>
          <a:xfrm>
            <a:off x="2882550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171336-A8DB-B040-631A-5F3D288AE70A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 flipV="1">
            <a:off x="1968137" y="2899954"/>
            <a:ext cx="91441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69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84DE-6441-3F4A-3623-38A3CD14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0E8BE46-6CAF-9EAE-A0AE-5B9C86A69576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9DF66396-2C9E-3D45-152B-336EDE6D1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3C755D-42E8-9BE2-E648-1254C33C52B7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22C7EF-3118-ED8B-A71F-CEBB48E0FD46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CE14C6FE-2240-C957-4C5C-D462F2F7E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85FB07-0294-B463-D897-91FF77A0CDBE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3023DBA1-908D-16C3-6CA6-7CD7EDBDFC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A2220-78ED-0BCC-1D1F-AEED5FF0684C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2BCF25C-D86C-FFC9-39F2-798D89F14D76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DA867D-3C59-A6ED-75A6-EC82E13812B2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F44B3F-2F30-FE2F-03DB-9AC1EE9FBDEE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F8275C-F56D-7DA7-F8F1-BFB25447BACE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23606F-5005-6876-8A66-E5AEEE28AD57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C3301-3C26-62B7-562C-10398C878EC5}"/>
              </a:ext>
            </a:extLst>
          </p:cNvPr>
          <p:cNvSpPr txBox="1"/>
          <p:nvPr/>
        </p:nvSpPr>
        <p:spPr>
          <a:xfrm>
            <a:off x="5740270" y="3614586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89c598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6E53E9-47FA-657A-4FEE-406E69DFA8DF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6DEAB2-A2C4-009B-0F69-EF23AFCECD48}"/>
              </a:ext>
            </a:extLst>
          </p:cNvPr>
          <p:cNvSpPr txBox="1"/>
          <p:nvPr/>
        </p:nvSpPr>
        <p:spPr>
          <a:xfrm>
            <a:off x="7583421" y="2181051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D75B2C66-D598-F94D-0107-36851C33F36C}"/>
              </a:ext>
            </a:extLst>
          </p:cNvPr>
          <p:cNvCxnSpPr>
            <a:cxnSpLocks/>
            <a:stCxn id="23" idx="2"/>
            <a:endCxn id="22" idx="3"/>
          </p:cNvCxnSpPr>
          <p:nvPr/>
        </p:nvCxnSpPr>
        <p:spPr>
          <a:xfrm rot="5400000">
            <a:off x="7431117" y="2569429"/>
            <a:ext cx="539400" cy="50130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067068-E7C5-378C-6820-BE1FE9D9E1E6}"/>
              </a:ext>
            </a:extLst>
          </p:cNvPr>
          <p:cNvSpPr txBox="1"/>
          <p:nvPr/>
        </p:nvSpPr>
        <p:spPr>
          <a:xfrm>
            <a:off x="8065320" y="1568626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0687DFC0-46BA-27BD-48CD-BDD08BA5E240}"/>
              </a:ext>
            </a:extLst>
          </p:cNvPr>
          <p:cNvCxnSpPr>
            <a:cxnSpLocks/>
            <a:stCxn id="30" idx="2"/>
            <a:endCxn id="23" idx="0"/>
          </p:cNvCxnSpPr>
          <p:nvPr/>
        </p:nvCxnSpPr>
        <p:spPr>
          <a:xfrm rot="5400000">
            <a:off x="8079691" y="1809738"/>
            <a:ext cx="243093" cy="499532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0D363DD-B79B-D51B-D181-991EB7F32E14}"/>
              </a:ext>
            </a:extLst>
          </p:cNvPr>
          <p:cNvSpPr txBox="1"/>
          <p:nvPr/>
        </p:nvSpPr>
        <p:spPr>
          <a:xfrm>
            <a:off x="7941805" y="3905100"/>
            <a:ext cx="1424868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A6A17B10-1D3A-9985-D6A7-B83B4DAEEDA8}"/>
              </a:ext>
            </a:extLst>
          </p:cNvPr>
          <p:cNvCxnSpPr>
            <a:cxnSpLocks/>
            <a:stCxn id="32" idx="2"/>
            <a:endCxn id="20" idx="3"/>
          </p:cNvCxnSpPr>
          <p:nvPr/>
        </p:nvCxnSpPr>
        <p:spPr>
          <a:xfrm rot="5400000">
            <a:off x="7815880" y="3863831"/>
            <a:ext cx="427758" cy="1248961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0434E1D-F22B-0387-784B-5B0BB706F54D}"/>
              </a:ext>
            </a:extLst>
          </p:cNvPr>
          <p:cNvCxnSpPr>
            <a:stCxn id="22" idx="2"/>
            <a:endCxn id="8" idx="0"/>
          </p:cNvCxnSpPr>
          <p:nvPr/>
        </p:nvCxnSpPr>
        <p:spPr>
          <a:xfrm>
            <a:off x="6595216" y="3366782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1A02E0C-CF18-DFF2-D1F6-2E0AB93B7F5A}"/>
              </a:ext>
            </a:extLst>
          </p:cNvPr>
          <p:cNvSpPr txBox="1"/>
          <p:nvPr/>
        </p:nvSpPr>
        <p:spPr>
          <a:xfrm>
            <a:off x="6630116" y="3352184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C5FF7-D31F-0646-E60C-AC0AA4293A56}"/>
              </a:ext>
            </a:extLst>
          </p:cNvPr>
          <p:cNvSpPr txBox="1"/>
          <p:nvPr/>
        </p:nvSpPr>
        <p:spPr>
          <a:xfrm>
            <a:off x="5740270" y="4425191"/>
            <a:ext cx="1665008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b2f562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24566F-FC46-1D4F-F86E-1EC97BD81F60}"/>
              </a:ext>
            </a:extLst>
          </p:cNvPr>
          <p:cNvSpPr txBox="1"/>
          <p:nvPr/>
        </p:nvSpPr>
        <p:spPr>
          <a:xfrm>
            <a:off x="6644076" y="418071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162389-61BE-DA25-8498-F75D044C2DF3}"/>
              </a:ext>
            </a:extLst>
          </p:cNvPr>
          <p:cNvCxnSpPr/>
          <p:nvPr/>
        </p:nvCxnSpPr>
        <p:spPr>
          <a:xfrm>
            <a:off x="6595216" y="4174297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A2F9FC-29D4-7CF0-81CE-4BB0F12FC2BB}"/>
              </a:ext>
            </a:extLst>
          </p:cNvPr>
          <p:cNvSpPr txBox="1"/>
          <p:nvPr/>
        </p:nvSpPr>
        <p:spPr>
          <a:xfrm>
            <a:off x="9568140" y="6488668"/>
            <a:ext cx="195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checkout main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B63C9-83E2-F5B6-3E00-CB41472BD3EE}"/>
              </a:ext>
            </a:extLst>
          </p:cNvPr>
          <p:cNvSpPr txBox="1"/>
          <p:nvPr/>
        </p:nvSpPr>
        <p:spPr>
          <a:xfrm>
            <a:off x="2554842" y="2731970"/>
            <a:ext cx="30802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4C71B-0A78-4EBC-E127-C2CA8968EBDA}"/>
              </a:ext>
            </a:extLst>
          </p:cNvPr>
          <p:cNvSpPr txBox="1"/>
          <p:nvPr/>
        </p:nvSpPr>
        <p:spPr>
          <a:xfrm>
            <a:off x="1789097" y="2951406"/>
            <a:ext cx="74827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5B9EA5-AD9D-E4A0-E8F3-A51E74E5DD31}"/>
              </a:ext>
            </a:extLst>
          </p:cNvPr>
          <p:cNvCxnSpPr>
            <a:endCxn id="34" idx="3"/>
          </p:cNvCxnSpPr>
          <p:nvPr/>
        </p:nvCxnSpPr>
        <p:spPr>
          <a:xfrm flipH="1">
            <a:off x="2537368" y="3089783"/>
            <a:ext cx="3202902" cy="1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64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D002-CD3B-85EE-010A-A27FF261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89E756C-6954-99F3-CD96-9424F0FF02AE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7750D-048F-BA2D-E4CB-465E43A28673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02CB00-3E0B-190F-61CC-CC42BF4616B7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1ADF64F-2B4D-010A-A1B3-F5372D8D7B8B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952F8B-AED3-0182-38C9-8C0931F349D0}"/>
              </a:ext>
            </a:extLst>
          </p:cNvPr>
          <p:cNvSpPr txBox="1"/>
          <p:nvPr/>
        </p:nvSpPr>
        <p:spPr>
          <a:xfrm>
            <a:off x="2553628" y="659678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2D650F-44F2-255D-28DC-B49B0DC8A894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F215C-BED0-4BD2-1E79-8709AF53435E}"/>
              </a:ext>
            </a:extLst>
          </p:cNvPr>
          <p:cNvSpPr txBox="1"/>
          <p:nvPr/>
        </p:nvSpPr>
        <p:spPr>
          <a:xfrm>
            <a:off x="611503" y="1955075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82A9C921-BA78-FC55-4554-6F228006F610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 rot="16200000" flipH="1">
            <a:off x="1194888" y="2126705"/>
            <a:ext cx="279456" cy="67486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54CC79B-F888-062A-D565-23E1C4B17A98}"/>
              </a:ext>
            </a:extLst>
          </p:cNvPr>
          <p:cNvSpPr/>
          <p:nvPr/>
        </p:nvSpPr>
        <p:spPr>
          <a:xfrm>
            <a:off x="4320476" y="1372626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9D25CE-9433-8939-FA73-03FC545E3142}"/>
              </a:ext>
            </a:extLst>
          </p:cNvPr>
          <p:cNvCxnSpPr>
            <a:stCxn id="6" idx="6"/>
            <a:endCxn id="2" idx="2"/>
          </p:cNvCxnSpPr>
          <p:nvPr/>
        </p:nvCxnSpPr>
        <p:spPr>
          <a:xfrm>
            <a:off x="3505200" y="1658984"/>
            <a:ext cx="815276" cy="973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44F24F-47D4-9C15-570F-187D1B8EC429}"/>
              </a:ext>
            </a:extLst>
          </p:cNvPr>
          <p:cNvSpPr txBox="1"/>
          <p:nvPr/>
        </p:nvSpPr>
        <p:spPr>
          <a:xfrm>
            <a:off x="9568140" y="6488668"/>
            <a:ext cx="195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4260274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5911-7289-5CEF-5EFC-8858C8DC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3F98441-302B-CDBB-9F15-3435B24FE818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BA8510B0-7836-D034-3BD3-3EDC93033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2A679E-688F-9E10-8C87-CDEACBD806CC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B76CCF-60EB-18FA-2F6C-DE0E5AC32F22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C92DCD20-45B9-F328-7F66-55C4DD66D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EE2F06-F8E0-CDA8-90DC-395793FE6C6F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AA594477-7623-1BAF-9779-C59B9293EF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79DBFE-62AD-52A4-02BA-CCDE5764A057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316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A0ABED4-1E45-44E2-B976-B556FBCEFB85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2BE4786-5F81-0A66-E8FE-B2A7831A4306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2857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6EA602-FE32-DAE1-E6CC-7A90CB4E5E1D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1779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6F28F70-64E8-CB98-A2E1-D21A3A2BE255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808DE-1CBD-C138-ECBF-5A754EB6C980}"/>
              </a:ext>
            </a:extLst>
          </p:cNvPr>
          <p:cNvSpPr txBox="1"/>
          <p:nvPr/>
        </p:nvSpPr>
        <p:spPr>
          <a:xfrm>
            <a:off x="1708249" y="137494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A3A67-8F65-BA9B-34C8-C2CA812D375F}"/>
              </a:ext>
            </a:extLst>
          </p:cNvPr>
          <p:cNvSpPr txBox="1"/>
          <p:nvPr/>
        </p:nvSpPr>
        <p:spPr>
          <a:xfrm>
            <a:off x="5740270" y="3614586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89c598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F938D1-D589-A0F1-2821-D89230AD9CA6}"/>
              </a:ext>
            </a:extLst>
          </p:cNvPr>
          <p:cNvSpPr txBox="1"/>
          <p:nvPr/>
        </p:nvSpPr>
        <p:spPr>
          <a:xfrm>
            <a:off x="5740270" y="2812784"/>
            <a:ext cx="170989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e436c5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A7C168-0BA8-6D36-0E5E-5B1622839193}"/>
              </a:ext>
            </a:extLst>
          </p:cNvPr>
          <p:cNvSpPr txBox="1"/>
          <p:nvPr/>
        </p:nvSpPr>
        <p:spPr>
          <a:xfrm>
            <a:off x="9509599" y="3905100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CEB5B7C3-963F-EAA8-FF5E-70E8A0303156}"/>
              </a:ext>
            </a:extLst>
          </p:cNvPr>
          <p:cNvCxnSpPr>
            <a:cxnSpLocks/>
            <a:stCxn id="23" idx="2"/>
            <a:endCxn id="20" idx="3"/>
          </p:cNvCxnSpPr>
          <p:nvPr/>
        </p:nvCxnSpPr>
        <p:spPr>
          <a:xfrm rot="5400000">
            <a:off x="8427585" y="3252126"/>
            <a:ext cx="427758" cy="2472371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425905-358A-8434-68E0-9FB14D0B5156}"/>
              </a:ext>
            </a:extLst>
          </p:cNvPr>
          <p:cNvSpPr txBox="1"/>
          <p:nvPr/>
        </p:nvSpPr>
        <p:spPr>
          <a:xfrm>
            <a:off x="9991498" y="3292675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B7AA4594-D1BD-79DC-A43A-62C596FF9078}"/>
              </a:ext>
            </a:extLst>
          </p:cNvPr>
          <p:cNvCxnSpPr>
            <a:cxnSpLocks/>
            <a:stCxn id="30" idx="2"/>
            <a:endCxn id="23" idx="0"/>
          </p:cNvCxnSpPr>
          <p:nvPr/>
        </p:nvCxnSpPr>
        <p:spPr>
          <a:xfrm rot="5400000">
            <a:off x="10005869" y="3533787"/>
            <a:ext cx="243093" cy="499532"/>
          </a:xfrm>
          <a:prstGeom prst="curvedConnector3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CE330CE-A842-45AE-C8B3-35F8B6865434}"/>
              </a:ext>
            </a:extLst>
          </p:cNvPr>
          <p:cNvSpPr txBox="1"/>
          <p:nvPr/>
        </p:nvSpPr>
        <p:spPr>
          <a:xfrm>
            <a:off x="7941805" y="3905100"/>
            <a:ext cx="1424868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4AABD5D4-B013-930C-B3A1-D43986AFC036}"/>
              </a:ext>
            </a:extLst>
          </p:cNvPr>
          <p:cNvCxnSpPr>
            <a:cxnSpLocks/>
            <a:stCxn id="32" idx="2"/>
            <a:endCxn id="20" idx="3"/>
          </p:cNvCxnSpPr>
          <p:nvPr/>
        </p:nvCxnSpPr>
        <p:spPr>
          <a:xfrm rot="5400000">
            <a:off x="7815880" y="3863831"/>
            <a:ext cx="427758" cy="1248961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A76040-33CA-8929-1737-3B7522057ECD}"/>
              </a:ext>
            </a:extLst>
          </p:cNvPr>
          <p:cNvCxnSpPr>
            <a:stCxn id="22" idx="2"/>
            <a:endCxn id="8" idx="0"/>
          </p:cNvCxnSpPr>
          <p:nvPr/>
        </p:nvCxnSpPr>
        <p:spPr>
          <a:xfrm>
            <a:off x="6595216" y="3366782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C4B8F8-6123-76F6-A4F6-03238283C6B2}"/>
              </a:ext>
            </a:extLst>
          </p:cNvPr>
          <p:cNvSpPr txBox="1"/>
          <p:nvPr/>
        </p:nvSpPr>
        <p:spPr>
          <a:xfrm>
            <a:off x="6630116" y="3352184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FE5EA-53FC-40B2-E573-D3C7D289A364}"/>
              </a:ext>
            </a:extLst>
          </p:cNvPr>
          <p:cNvSpPr txBox="1"/>
          <p:nvPr/>
        </p:nvSpPr>
        <p:spPr>
          <a:xfrm>
            <a:off x="5740270" y="4425191"/>
            <a:ext cx="1665008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b2f562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2A855-EE0E-21C4-1F17-30A4AA9A31FA}"/>
              </a:ext>
            </a:extLst>
          </p:cNvPr>
          <p:cNvSpPr txBox="1"/>
          <p:nvPr/>
        </p:nvSpPr>
        <p:spPr>
          <a:xfrm>
            <a:off x="6644076" y="418071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diff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05B287-8DCA-4BBB-11B5-E5E7D0CFA5B4}"/>
              </a:ext>
            </a:extLst>
          </p:cNvPr>
          <p:cNvCxnSpPr/>
          <p:nvPr/>
        </p:nvCxnSpPr>
        <p:spPr>
          <a:xfrm>
            <a:off x="6595216" y="4174297"/>
            <a:ext cx="801" cy="2478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099AD3-111D-45CB-A3EC-CEAC534A3242}"/>
              </a:ext>
            </a:extLst>
          </p:cNvPr>
          <p:cNvSpPr txBox="1"/>
          <p:nvPr/>
        </p:nvSpPr>
        <p:spPr>
          <a:xfrm>
            <a:off x="9568140" y="6488668"/>
            <a:ext cx="2036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merge feature-1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F84572-1E53-0EE5-8349-A7CA273C5C8A}"/>
              </a:ext>
            </a:extLst>
          </p:cNvPr>
          <p:cNvSpPr txBox="1"/>
          <p:nvPr/>
        </p:nvSpPr>
        <p:spPr>
          <a:xfrm>
            <a:off x="2554842" y="4363549"/>
            <a:ext cx="30802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feature-1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9D0167-0042-3254-D98F-5F5C73957DFC}"/>
              </a:ext>
            </a:extLst>
          </p:cNvPr>
          <p:cNvSpPr txBox="1"/>
          <p:nvPr/>
        </p:nvSpPr>
        <p:spPr>
          <a:xfrm>
            <a:off x="1789097" y="4582985"/>
            <a:ext cx="74827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D7339A-E4D8-97D7-48B9-9C0F7C0AC06D}"/>
              </a:ext>
            </a:extLst>
          </p:cNvPr>
          <p:cNvCxnSpPr>
            <a:endCxn id="34" idx="3"/>
          </p:cNvCxnSpPr>
          <p:nvPr/>
        </p:nvCxnSpPr>
        <p:spPr>
          <a:xfrm flipH="1">
            <a:off x="2537368" y="4721362"/>
            <a:ext cx="3202902" cy="1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996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A419-03DA-AFCD-96CB-3F6CB6B3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BA27DA-97D4-A0DF-5952-07673E167777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824FB-2BA7-EBE9-9E89-780F8B73A9AF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611E13-2E2C-F362-FB89-1F23299D8ABB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B5C294FD-740E-FBA4-69AE-9BADE8F083C1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A3EC8A-C1C1-FA25-E88F-BC1E4150498B}"/>
              </a:ext>
            </a:extLst>
          </p:cNvPr>
          <p:cNvSpPr txBox="1"/>
          <p:nvPr/>
        </p:nvSpPr>
        <p:spPr>
          <a:xfrm>
            <a:off x="2553628" y="659678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feature-1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A2E718-84FB-1E8B-917F-50B9DDD22BCD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6010C-5D00-F5E6-977B-3CF4E1518C91}"/>
              </a:ext>
            </a:extLst>
          </p:cNvPr>
          <p:cNvSpPr txBox="1"/>
          <p:nvPr/>
        </p:nvSpPr>
        <p:spPr>
          <a:xfrm>
            <a:off x="5305066" y="3359440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001AA10-72C7-6BBD-E63D-9C57C5E0B0B6}"/>
              </a:ext>
            </a:extLst>
          </p:cNvPr>
          <p:cNvCxnSpPr>
            <a:cxnSpLocks/>
            <a:stCxn id="16" idx="1"/>
            <a:endCxn id="3" idx="5"/>
          </p:cNvCxnSpPr>
          <p:nvPr/>
        </p:nvCxnSpPr>
        <p:spPr>
          <a:xfrm rot="10800000">
            <a:off x="4838780" y="3109322"/>
            <a:ext cx="466286" cy="434784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54DF201-2FE9-55F6-A59A-BBBFC77DAF4A}"/>
              </a:ext>
            </a:extLst>
          </p:cNvPr>
          <p:cNvSpPr/>
          <p:nvPr/>
        </p:nvSpPr>
        <p:spPr>
          <a:xfrm>
            <a:off x="4333319" y="1372626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B0505A-2662-CAC8-677F-B83458781620}"/>
              </a:ext>
            </a:extLst>
          </p:cNvPr>
          <p:cNvCxnSpPr>
            <a:stCxn id="6" idx="6"/>
            <a:endCxn id="2" idx="2"/>
          </p:cNvCxnSpPr>
          <p:nvPr/>
        </p:nvCxnSpPr>
        <p:spPr>
          <a:xfrm>
            <a:off x="3505200" y="1658984"/>
            <a:ext cx="828119" cy="973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207170-2973-A408-1A99-6F11B00BA9D9}"/>
              </a:ext>
            </a:extLst>
          </p:cNvPr>
          <p:cNvSpPr txBox="1"/>
          <p:nvPr/>
        </p:nvSpPr>
        <p:spPr>
          <a:xfrm>
            <a:off x="9568140" y="6488668"/>
            <a:ext cx="2036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merge feature-1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6DABC7-E5F2-3CE4-D802-071E7AB3FA50}"/>
              </a:ext>
            </a:extLst>
          </p:cNvPr>
          <p:cNvSpPr/>
          <p:nvPr/>
        </p:nvSpPr>
        <p:spPr>
          <a:xfrm>
            <a:off x="4333320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28E6C0-AB2F-4406-FE08-5860DD3595A0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 flipV="1">
            <a:off x="1968137" y="2899954"/>
            <a:ext cx="236518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AB1BE9-E51D-955C-5F57-6BECF2619E29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4629411" y="1964809"/>
            <a:ext cx="1" cy="63905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7D081C-B02A-6A42-4041-58CE365256C1}"/>
              </a:ext>
            </a:extLst>
          </p:cNvPr>
          <p:cNvSpPr txBox="1"/>
          <p:nvPr/>
        </p:nvSpPr>
        <p:spPr>
          <a:xfrm>
            <a:off x="4636146" y="203026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13356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e32bd2a-1ccd-49c1-a814-de8553946415}" enabled="1" method="Standard" siteId="{22136781-9753-4c75-af28-68a078871eb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337</Words>
  <Application>Microsoft Macintosh PowerPoint</Application>
  <PresentationFormat>Widescreen</PresentationFormat>
  <Paragraphs>168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Layman, Lucas M.</dc:creator>
  <cp:lastModifiedBy>Layman, Lucas M.</cp:lastModifiedBy>
  <cp:revision>10</cp:revision>
  <dcterms:created xsi:type="dcterms:W3CDTF">2024-10-30T12:50:17Z</dcterms:created>
  <dcterms:modified xsi:type="dcterms:W3CDTF">2024-11-15T16:32:12Z</dcterms:modified>
</cp:coreProperties>
</file>