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9" r:id="rId2"/>
    <p:sldId id="278" r:id="rId3"/>
    <p:sldId id="280" r:id="rId4"/>
    <p:sldId id="281" r:id="rId5"/>
    <p:sldId id="282" r:id="rId6"/>
    <p:sldId id="283" r:id="rId7"/>
    <p:sldId id="28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2"/>
    <p:restoredTop sz="94694"/>
  </p:normalViewPr>
  <p:slideViewPr>
    <p:cSldViewPr snapToGrid="0">
      <p:cViewPr varScale="1">
        <p:scale>
          <a:sx n="117" d="100"/>
          <a:sy n="117" d="100"/>
        </p:scale>
        <p:origin x="1296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DFE46-715B-6547-A6E0-94CBA9EA44AD}" type="datetimeFigureOut">
              <a:rPr lang="en-US" smtClean="0"/>
              <a:t>11/4/24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922E1-1DF3-1A49-A357-E42B6AAB2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52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922E1-1DF3-1A49-A357-E42B6AAB28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33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8DBFA-CC39-710D-B786-CD21BDD71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1440D-E322-325E-0AC6-984FCB295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C632A-516A-9369-F6C8-EF6E044F0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F10BE-BBC1-DA8B-313A-2CAE20F14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922E1-1DF3-1A49-A357-E42B6AAB28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23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984CF-6B51-4E1A-8548-F4D8BCE7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0F270-69D0-29F3-65B3-BC674806C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D177E-F544-6D12-66F7-962D8DE8B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D7F7E-676A-EAC8-29A4-5330B5D7A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922E1-1DF3-1A49-A357-E42B6AAB28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29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4E44-F5CF-9ABD-D06F-C8AADE263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8DA20-F7E4-FF2A-527E-B97F10932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FF9D8-3FED-C20C-02E2-6A4855FC1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4F840-A115-904E-53A0-8B9989710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37F6E-EF3A-0CBE-E1EF-F60D7BFF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6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D7A6-6FC9-49A8-DBDA-EA445E5E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7E0B7-F913-74E1-B18F-D8D7CA515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6C5CF-1664-8EA3-3061-3F06690A4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BD2CB-CD68-FE02-E640-1EA21EC3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79BF9-370E-7AB1-0DEB-4F8B3528E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89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4D3B-F03E-4C74-1E04-038980B7F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4DDCD-FAD9-F4C9-7578-1F1005649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17452-C425-B8AE-A15E-A83872DF0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DAD4E-A436-FB0A-3339-0C21E165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3EE72-600A-4513-3290-0D34C430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6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3148-013F-8303-8179-E0E37895D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A1EA-755A-C9D1-7132-08ED90715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E8C4C-3097-D107-43AA-8D2CD596D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EC9A0-ED31-D1FC-4C50-C43C4208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45978-01D8-5547-5405-1328F6B0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6F7CF-189C-CD88-48FA-BAB4A12E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1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EB1A-9EC8-A412-276D-DF9E994CB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B7E52-C02A-8CF2-68BB-842ACBE9D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7D134-9EC0-A161-AE9F-100714476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A9EB5-C8F1-F5ED-357E-CBBBD2D35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C67AB-469A-ED12-DFAF-A66A9636A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F05B35-1262-20CA-EBCB-109E9FB4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2D0B04-DD8B-78F3-D1BD-06C1E726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38497A-59CC-76BC-1A5A-274C974BB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E984-EF8C-026A-4663-B91DF254D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8E1EB-4190-3289-FF7D-8EE66B371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230B2-8BF4-6739-BEFD-B58E2612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ADC2-0844-276E-69F8-5F2519A54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03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7FF2C-B8D1-36C9-A63C-CD359226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98BF3-DF05-305A-1553-4A3CBB754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2A3B2-E7F8-799A-FE65-7EA5CD28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43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9C1F-541B-F571-AD64-A6A5FB934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69D6D-1ED6-A722-34BE-D22BF86A2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0EEFD-4FB9-EC38-7E38-FA8C8C919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B1C6C-F59F-34D6-9DE3-441D7CB1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BB6B9-0E52-86CA-130D-B7616062C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75234-1BA3-9714-DBBF-BD872D44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40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6191-447D-A7A1-B90E-98365F60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2E660-A463-78CF-7CB4-9010BEAFC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C0441-9A48-A7F3-89BF-9BABA682A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CA0C2-F59F-231D-5757-00FCEA69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4B8DB-666C-0C2D-F629-AC3BD6F3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4570F-17C2-82B0-6DFA-19D0F91C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4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F15B-5C3E-4FD8-56AD-4C5E3EF7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A9305-9042-D1B7-00FB-E5B8F8B39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8C7CA-4C90-599E-56E7-31F35AD8F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A5962-0639-9547-1D9E-9A5A8B45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D06B9-D560-E997-166F-D4E5FE5C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14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E966C-5B71-47FC-A0B0-738FF56F1C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93E71-31E7-FD05-BDA1-D5167CD93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DC2C1-15EA-CAFA-BA5A-54E031D8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575C2-C7F4-A744-ACE9-1166B39FA1F9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34211-897C-3DBF-0CB6-8F687B88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B0885-A8F0-02EA-1EF6-686F8CEF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1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768C91-12CB-77C1-8EA1-574CA397A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D844B-FB5E-32C2-EDAB-8C2AAF811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E947C-E952-FCCE-6F0F-4B075CE1A1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575C2-C7F4-A744-ACE9-1166B39FA1F9}" type="datetimeFigureOut">
              <a:rPr lang="en-US" smtClean="0"/>
              <a:t>11/4/24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F5D05-CED0-2608-9EF9-34ABF31F0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9A06F-2F14-EB13-9F3B-1C083561F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8E11C-B521-1745-BB80-C023F8C40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23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50C0B-6A3B-D9C1-BE6F-CD420F1ED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DBAAF22-5036-BC7A-8D8C-B03CD17E51C5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FFE35-619F-CB1B-F335-1A506649C0DE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BBBA66-3429-1F96-6009-2DF79FB16CCC}"/>
              </a:ext>
            </a:extLst>
          </p:cNvPr>
          <p:cNvSpPr/>
          <p:nvPr/>
        </p:nvSpPr>
        <p:spPr>
          <a:xfrm>
            <a:off x="2913017" y="1362892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65915EEE-BAEA-5DA6-B396-B74F3DD8E586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968137" y="1658984"/>
            <a:ext cx="944880" cy="1240971"/>
          </a:xfrm>
          <a:prstGeom prst="curvedConnector3">
            <a:avLst>
              <a:gd name="adj1" fmla="val 45391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CAA200-4B59-603A-B4C2-192807153555}"/>
              </a:ext>
            </a:extLst>
          </p:cNvPr>
          <p:cNvSpPr txBox="1"/>
          <p:nvPr/>
        </p:nvSpPr>
        <p:spPr>
          <a:xfrm>
            <a:off x="1854234" y="647946"/>
            <a:ext cx="270974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610188-C6D6-0466-59C6-FAF19A0149D6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73F85D-A687-7001-FD4F-C70D79C8959E}"/>
              </a:ext>
            </a:extLst>
          </p:cNvPr>
          <p:cNvSpPr txBox="1"/>
          <p:nvPr/>
        </p:nvSpPr>
        <p:spPr>
          <a:xfrm>
            <a:off x="4978494" y="1232721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24BB7471-69E9-3A73-2A7B-A8C0B3B2A90D}"/>
              </a:ext>
            </a:extLst>
          </p:cNvPr>
          <p:cNvCxnSpPr>
            <a:cxnSpLocks/>
            <a:stCxn id="16" idx="2"/>
            <a:endCxn id="6" idx="6"/>
          </p:cNvCxnSpPr>
          <p:nvPr/>
        </p:nvCxnSpPr>
        <p:spPr>
          <a:xfrm rot="5400000">
            <a:off x="4406224" y="701030"/>
            <a:ext cx="56931" cy="1858977"/>
          </a:xfrm>
          <a:prstGeom prst="curved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2AE0F1C-DCA3-4F59-1075-CEF4CD66581B}"/>
              </a:ext>
            </a:extLst>
          </p:cNvPr>
          <p:cNvSpPr txBox="1"/>
          <p:nvPr/>
        </p:nvSpPr>
        <p:spPr>
          <a:xfrm>
            <a:off x="9568140" y="6488668"/>
            <a:ext cx="1387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text-conflict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4648992-3FEE-DF47-F0A3-EE4795BB678F}"/>
              </a:ext>
            </a:extLst>
          </p:cNvPr>
          <p:cNvSpPr/>
          <p:nvPr/>
        </p:nvSpPr>
        <p:spPr>
          <a:xfrm>
            <a:off x="2913017" y="261910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FD8F74-7923-2610-8936-8417606C1139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>
            <a:off x="1968137" y="2899955"/>
            <a:ext cx="944880" cy="1524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046F55-B19B-A796-2E16-4541F05E0662}"/>
              </a:ext>
            </a:extLst>
          </p:cNvPr>
          <p:cNvSpPr txBox="1"/>
          <p:nvPr/>
        </p:nvSpPr>
        <p:spPr>
          <a:xfrm>
            <a:off x="3479161" y="1195403"/>
            <a:ext cx="114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+</a:t>
            </a:r>
            <a:r>
              <a:rPr lang="en-US" dirty="0"/>
              <a:t> </a:t>
            </a:r>
            <a:r>
              <a:rPr lang="en-US" dirty="0" err="1"/>
              <a:t>stats.py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4B3BED-B71E-16D0-05E7-B5E113719594}"/>
              </a:ext>
            </a:extLst>
          </p:cNvPr>
          <p:cNvSpPr txBox="1"/>
          <p:nvPr/>
        </p:nvSpPr>
        <p:spPr>
          <a:xfrm>
            <a:off x="3421681" y="2434437"/>
            <a:ext cx="114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+</a:t>
            </a:r>
            <a:r>
              <a:rPr lang="en-US" dirty="0"/>
              <a:t> </a:t>
            </a:r>
            <a:r>
              <a:rPr lang="en-US" dirty="0" err="1"/>
              <a:t>stats.py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738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A419-03DA-AFCD-96CB-3F6CB6B35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8BA27DA-97D4-A0DF-5952-07673E167777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824FB-2BA7-EBE9-9E89-780F8B73A9AF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611E13-2E2C-F362-FB89-1F23299D8ABB}"/>
              </a:ext>
            </a:extLst>
          </p:cNvPr>
          <p:cNvSpPr/>
          <p:nvPr/>
        </p:nvSpPr>
        <p:spPr>
          <a:xfrm>
            <a:off x="2913017" y="1362892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B5C294FD-740E-FBA4-69AE-9BADE8F083C1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968137" y="1658984"/>
            <a:ext cx="944880" cy="1240971"/>
          </a:xfrm>
          <a:prstGeom prst="curvedConnector3">
            <a:avLst>
              <a:gd name="adj1" fmla="val 45391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6A3EC8A-C1C1-FA25-E88F-BC1E4150498B}"/>
              </a:ext>
            </a:extLst>
          </p:cNvPr>
          <p:cNvSpPr txBox="1"/>
          <p:nvPr/>
        </p:nvSpPr>
        <p:spPr>
          <a:xfrm>
            <a:off x="1854234" y="647946"/>
            <a:ext cx="270974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A2E718-84FB-1E8B-917F-50B9DDD22BCD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E6010C-5D00-F5E6-977B-3CF4E1518C91}"/>
              </a:ext>
            </a:extLst>
          </p:cNvPr>
          <p:cNvSpPr txBox="1"/>
          <p:nvPr/>
        </p:nvSpPr>
        <p:spPr>
          <a:xfrm>
            <a:off x="5305066" y="3359440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7001AA10-72C7-6BBD-E63D-9C57C5E0B0B6}"/>
              </a:ext>
            </a:extLst>
          </p:cNvPr>
          <p:cNvCxnSpPr>
            <a:cxnSpLocks/>
            <a:stCxn id="16" idx="1"/>
            <a:endCxn id="23" idx="5"/>
          </p:cNvCxnSpPr>
          <p:nvPr/>
        </p:nvCxnSpPr>
        <p:spPr>
          <a:xfrm rot="10800000">
            <a:off x="4571140" y="3113678"/>
            <a:ext cx="733926" cy="430429"/>
          </a:xfrm>
          <a:prstGeom prst="curved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207170-2973-A408-1A99-6F11B00BA9D9}"/>
              </a:ext>
            </a:extLst>
          </p:cNvPr>
          <p:cNvSpPr txBox="1"/>
          <p:nvPr/>
        </p:nvSpPr>
        <p:spPr>
          <a:xfrm>
            <a:off x="9568140" y="6488668"/>
            <a:ext cx="1256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text-merge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36DABC7-E5F2-3CE4-D802-071E7AB3FA50}"/>
              </a:ext>
            </a:extLst>
          </p:cNvPr>
          <p:cNvSpPr/>
          <p:nvPr/>
        </p:nvSpPr>
        <p:spPr>
          <a:xfrm>
            <a:off x="2913017" y="261910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28E6C0-AB2F-4406-FE08-5860DD3595A0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>
            <a:off x="1968137" y="2899955"/>
            <a:ext cx="944880" cy="1524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77D081C-B02A-6A42-4041-58CE365256C1}"/>
              </a:ext>
            </a:extLst>
          </p:cNvPr>
          <p:cNvSpPr txBox="1"/>
          <p:nvPr/>
        </p:nvSpPr>
        <p:spPr>
          <a:xfrm>
            <a:off x="4184482" y="1782760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241978-AB8B-029E-3FFD-476E633FF22E}"/>
              </a:ext>
            </a:extLst>
          </p:cNvPr>
          <p:cNvSpPr txBox="1"/>
          <p:nvPr/>
        </p:nvSpPr>
        <p:spPr>
          <a:xfrm>
            <a:off x="4611875" y="2445773"/>
            <a:ext cx="1086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!</a:t>
            </a:r>
            <a:r>
              <a:rPr lang="en-US" dirty="0"/>
              <a:t> </a:t>
            </a:r>
            <a:r>
              <a:rPr lang="en-US" dirty="0" err="1"/>
              <a:t>stats.py</a:t>
            </a: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4555EE6-3F4E-B086-D7CA-679E00071DD3}"/>
              </a:ext>
            </a:extLst>
          </p:cNvPr>
          <p:cNvSpPr/>
          <p:nvPr/>
        </p:nvSpPr>
        <p:spPr>
          <a:xfrm>
            <a:off x="4065680" y="2608217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409E41A-D071-2207-3422-7C1AA8A2CA9F}"/>
              </a:ext>
            </a:extLst>
          </p:cNvPr>
          <p:cNvCxnSpPr>
            <a:cxnSpLocks/>
            <a:stCxn id="3" idx="6"/>
            <a:endCxn id="23" idx="2"/>
          </p:cNvCxnSpPr>
          <p:nvPr/>
        </p:nvCxnSpPr>
        <p:spPr>
          <a:xfrm flipV="1">
            <a:off x="3505200" y="2904309"/>
            <a:ext cx="560480" cy="1088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929BE0AC-147C-B510-BDB7-052129A381FE}"/>
              </a:ext>
            </a:extLst>
          </p:cNvPr>
          <p:cNvCxnSpPr>
            <a:cxnSpLocks/>
            <a:stCxn id="6" idx="6"/>
            <a:endCxn id="23" idx="0"/>
          </p:cNvCxnSpPr>
          <p:nvPr/>
        </p:nvCxnSpPr>
        <p:spPr>
          <a:xfrm>
            <a:off x="3505200" y="1658984"/>
            <a:ext cx="856572" cy="949233"/>
          </a:xfrm>
          <a:prstGeom prst="curved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56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99AE2-3CF5-1DEA-2D7B-EE1CD7D7D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18CBFF0-6299-17EC-4B94-9D05026645D0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F5DB6-B77D-FE4C-34B2-F831A89D278F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3E0927-03D7-CDF7-6F66-77D4F5E9393F}"/>
              </a:ext>
            </a:extLst>
          </p:cNvPr>
          <p:cNvSpPr/>
          <p:nvPr/>
        </p:nvSpPr>
        <p:spPr>
          <a:xfrm>
            <a:off x="2913017" y="1362892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9D0F1075-5056-ABCC-6B58-981C8ACACB7E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968137" y="1658984"/>
            <a:ext cx="944880" cy="1240971"/>
          </a:xfrm>
          <a:prstGeom prst="curvedConnector3">
            <a:avLst>
              <a:gd name="adj1" fmla="val 45391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91184F8-E753-AAAB-6F2A-FC81177A4AB4}"/>
              </a:ext>
            </a:extLst>
          </p:cNvPr>
          <p:cNvSpPr txBox="1"/>
          <p:nvPr/>
        </p:nvSpPr>
        <p:spPr>
          <a:xfrm>
            <a:off x="1854234" y="647946"/>
            <a:ext cx="270974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5E8ED2-A958-3159-F774-6C7B01B41199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C16FA0-3000-4830-62B2-1BECC31D8126}"/>
              </a:ext>
            </a:extLst>
          </p:cNvPr>
          <p:cNvSpPr txBox="1"/>
          <p:nvPr/>
        </p:nvSpPr>
        <p:spPr>
          <a:xfrm>
            <a:off x="5305066" y="3359440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4D93F5EE-BCC0-1054-A81A-4AA6CA3D64A1}"/>
              </a:ext>
            </a:extLst>
          </p:cNvPr>
          <p:cNvCxnSpPr>
            <a:cxnSpLocks/>
            <a:stCxn id="16" idx="1"/>
            <a:endCxn id="23" idx="5"/>
          </p:cNvCxnSpPr>
          <p:nvPr/>
        </p:nvCxnSpPr>
        <p:spPr>
          <a:xfrm rot="10800000">
            <a:off x="4571140" y="3113678"/>
            <a:ext cx="733926" cy="430429"/>
          </a:xfrm>
          <a:prstGeom prst="curved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EE22FD-7A9C-26BF-ABBC-C0FD68210CE1}"/>
              </a:ext>
            </a:extLst>
          </p:cNvPr>
          <p:cNvSpPr txBox="1"/>
          <p:nvPr/>
        </p:nvSpPr>
        <p:spPr>
          <a:xfrm>
            <a:off x="9568140" y="6488668"/>
            <a:ext cx="2182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text-merge-resolved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FF6298D-CC5B-7ACE-79FD-36E895F79416}"/>
              </a:ext>
            </a:extLst>
          </p:cNvPr>
          <p:cNvSpPr/>
          <p:nvPr/>
        </p:nvSpPr>
        <p:spPr>
          <a:xfrm>
            <a:off x="2913017" y="261910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8567C4-5D88-5957-E4BF-5F0DFDB444F4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>
            <a:off x="1968137" y="2899955"/>
            <a:ext cx="944880" cy="1524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7A07D4-009D-AAEF-3FCB-55E060479743}"/>
              </a:ext>
            </a:extLst>
          </p:cNvPr>
          <p:cNvSpPr txBox="1"/>
          <p:nvPr/>
        </p:nvSpPr>
        <p:spPr>
          <a:xfrm>
            <a:off x="4184482" y="1782760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33B6E6-90B3-7C39-79CC-C4D029775899}"/>
              </a:ext>
            </a:extLst>
          </p:cNvPr>
          <p:cNvSpPr txBox="1"/>
          <p:nvPr/>
        </p:nvSpPr>
        <p:spPr>
          <a:xfrm>
            <a:off x="4611875" y="2445773"/>
            <a:ext cx="1142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+</a:t>
            </a:r>
            <a:r>
              <a:rPr lang="en-US" dirty="0"/>
              <a:t> </a:t>
            </a:r>
            <a:r>
              <a:rPr lang="en-US" dirty="0" err="1"/>
              <a:t>stats.py</a:t>
            </a:r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4C7391F-D503-E559-FB52-C8B29C3A1561}"/>
              </a:ext>
            </a:extLst>
          </p:cNvPr>
          <p:cNvSpPr/>
          <p:nvPr/>
        </p:nvSpPr>
        <p:spPr>
          <a:xfrm>
            <a:off x="4065680" y="2608217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2C7456-15A6-6242-D758-4128AFF476E2}"/>
              </a:ext>
            </a:extLst>
          </p:cNvPr>
          <p:cNvCxnSpPr>
            <a:cxnSpLocks/>
            <a:stCxn id="3" idx="6"/>
            <a:endCxn id="23" idx="2"/>
          </p:cNvCxnSpPr>
          <p:nvPr/>
        </p:nvCxnSpPr>
        <p:spPr>
          <a:xfrm flipV="1">
            <a:off x="3505200" y="2904309"/>
            <a:ext cx="560480" cy="1088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16E223DB-1E1B-B200-AF22-43223DF09101}"/>
              </a:ext>
            </a:extLst>
          </p:cNvPr>
          <p:cNvCxnSpPr>
            <a:cxnSpLocks/>
            <a:stCxn id="6" idx="6"/>
            <a:endCxn id="23" idx="0"/>
          </p:cNvCxnSpPr>
          <p:nvPr/>
        </p:nvCxnSpPr>
        <p:spPr>
          <a:xfrm>
            <a:off x="3505200" y="1658984"/>
            <a:ext cx="856572" cy="949233"/>
          </a:xfrm>
          <a:prstGeom prst="curved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877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3A26D-4FC7-440E-614D-C7D5D214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2C92D65-FA4D-3402-FB6F-55E5056E4C23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56A46-0256-01F5-73C6-7C08EAA866AC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5C0254-5D05-C6F0-E089-F27742071DE0}"/>
              </a:ext>
            </a:extLst>
          </p:cNvPr>
          <p:cNvSpPr/>
          <p:nvPr/>
        </p:nvSpPr>
        <p:spPr>
          <a:xfrm>
            <a:off x="2913017" y="1362892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12F51115-70C1-60C3-786C-91EFED754F26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968137" y="1658984"/>
            <a:ext cx="944880" cy="1240971"/>
          </a:xfrm>
          <a:prstGeom prst="curvedConnector3">
            <a:avLst>
              <a:gd name="adj1" fmla="val 45391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96CDC06-BDBE-9B7E-47FC-F49022E52670}"/>
              </a:ext>
            </a:extLst>
          </p:cNvPr>
          <p:cNvSpPr txBox="1"/>
          <p:nvPr/>
        </p:nvSpPr>
        <p:spPr>
          <a:xfrm>
            <a:off x="1854234" y="647946"/>
            <a:ext cx="270974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6E3AB0-2AF4-E269-1640-B2CAA2550FD9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CD9186-CEB3-D71F-79E7-711DEA2BA7C1}"/>
              </a:ext>
            </a:extLst>
          </p:cNvPr>
          <p:cNvSpPr txBox="1"/>
          <p:nvPr/>
        </p:nvSpPr>
        <p:spPr>
          <a:xfrm>
            <a:off x="5710317" y="3369567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60BB937B-0416-2F0B-AE8A-DAE01A36A25A}"/>
              </a:ext>
            </a:extLst>
          </p:cNvPr>
          <p:cNvCxnSpPr>
            <a:cxnSpLocks/>
            <a:stCxn id="16" idx="1"/>
            <a:endCxn id="2" idx="4"/>
          </p:cNvCxnSpPr>
          <p:nvPr/>
        </p:nvCxnSpPr>
        <p:spPr>
          <a:xfrm rot="10800000">
            <a:off x="5498335" y="3203667"/>
            <a:ext cx="211982" cy="350567"/>
          </a:xfrm>
          <a:prstGeom prst="curved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837656-99ED-8188-19C4-0643C15BB463}"/>
              </a:ext>
            </a:extLst>
          </p:cNvPr>
          <p:cNvSpPr txBox="1"/>
          <p:nvPr/>
        </p:nvSpPr>
        <p:spPr>
          <a:xfrm>
            <a:off x="9568140" y="6488668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added-app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4D15E0-511A-9C04-7646-065DCE5BAC12}"/>
              </a:ext>
            </a:extLst>
          </p:cNvPr>
          <p:cNvSpPr/>
          <p:nvPr/>
        </p:nvSpPr>
        <p:spPr>
          <a:xfrm>
            <a:off x="2913017" y="261910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ED9579-3582-DAA5-0A7C-7D71D1E20916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>
            <a:off x="1968137" y="2899955"/>
            <a:ext cx="944880" cy="1524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A45DD78-E02D-7EF2-8385-85D9517BE63B}"/>
              </a:ext>
            </a:extLst>
          </p:cNvPr>
          <p:cNvSpPr txBox="1"/>
          <p:nvPr/>
        </p:nvSpPr>
        <p:spPr>
          <a:xfrm>
            <a:off x="4184482" y="1782760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B2E93AC-6D93-A163-7D13-DF651628917A}"/>
              </a:ext>
            </a:extLst>
          </p:cNvPr>
          <p:cNvSpPr/>
          <p:nvPr/>
        </p:nvSpPr>
        <p:spPr>
          <a:xfrm>
            <a:off x="4065680" y="2608217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D72D829-969D-A1B9-7688-2205853FE39E}"/>
              </a:ext>
            </a:extLst>
          </p:cNvPr>
          <p:cNvCxnSpPr>
            <a:cxnSpLocks/>
            <a:stCxn id="3" idx="6"/>
            <a:endCxn id="23" idx="2"/>
          </p:cNvCxnSpPr>
          <p:nvPr/>
        </p:nvCxnSpPr>
        <p:spPr>
          <a:xfrm flipV="1">
            <a:off x="3505200" y="2904309"/>
            <a:ext cx="560480" cy="1088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A52CF5CE-7D0D-5F7A-8BEB-98138E57A94F}"/>
              </a:ext>
            </a:extLst>
          </p:cNvPr>
          <p:cNvCxnSpPr>
            <a:cxnSpLocks/>
            <a:stCxn id="6" idx="6"/>
            <a:endCxn id="23" idx="0"/>
          </p:cNvCxnSpPr>
          <p:nvPr/>
        </p:nvCxnSpPr>
        <p:spPr>
          <a:xfrm>
            <a:off x="3505200" y="1658984"/>
            <a:ext cx="856572" cy="949233"/>
          </a:xfrm>
          <a:prstGeom prst="curved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E26D639A-519E-1A98-113C-B7266D3B93DA}"/>
              </a:ext>
            </a:extLst>
          </p:cNvPr>
          <p:cNvSpPr/>
          <p:nvPr/>
        </p:nvSpPr>
        <p:spPr>
          <a:xfrm>
            <a:off x="5202243" y="261148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43C0E6-15EB-1481-C4C8-22A4B78E847E}"/>
              </a:ext>
            </a:extLst>
          </p:cNvPr>
          <p:cNvCxnSpPr>
            <a:cxnSpLocks/>
            <a:stCxn id="23" idx="6"/>
            <a:endCxn id="2" idx="2"/>
          </p:cNvCxnSpPr>
          <p:nvPr/>
        </p:nvCxnSpPr>
        <p:spPr>
          <a:xfrm>
            <a:off x="4657863" y="2904309"/>
            <a:ext cx="544380" cy="326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947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2F69C-E3AE-7519-70D1-E3ACFFB0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36FC79A-FC46-2182-6514-743EC277131E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F43F6-F6C6-92F5-2913-EA19F19925D6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AFC498E-FB76-B54E-DA23-AED88925FC81}"/>
              </a:ext>
            </a:extLst>
          </p:cNvPr>
          <p:cNvSpPr/>
          <p:nvPr/>
        </p:nvSpPr>
        <p:spPr>
          <a:xfrm>
            <a:off x="2913017" y="1362892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665B2AA3-616F-7951-A46F-24CA04941AD8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968137" y="1658984"/>
            <a:ext cx="944880" cy="1240971"/>
          </a:xfrm>
          <a:prstGeom prst="curvedConnector3">
            <a:avLst>
              <a:gd name="adj1" fmla="val 45391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EC5EF4C-648F-217A-1EA1-2B2FD8486B23}"/>
              </a:ext>
            </a:extLst>
          </p:cNvPr>
          <p:cNvSpPr txBox="1"/>
          <p:nvPr/>
        </p:nvSpPr>
        <p:spPr>
          <a:xfrm>
            <a:off x="1854234" y="647946"/>
            <a:ext cx="270974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6ACA46-C840-5229-BDD4-7E11EE314F61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EC1D96-50BC-8F7B-867D-369982B77579}"/>
              </a:ext>
            </a:extLst>
          </p:cNvPr>
          <p:cNvSpPr txBox="1"/>
          <p:nvPr/>
        </p:nvSpPr>
        <p:spPr>
          <a:xfrm>
            <a:off x="6859356" y="1474317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03811615-9549-55F8-60D7-49F9F0A37FF5}"/>
              </a:ext>
            </a:extLst>
          </p:cNvPr>
          <p:cNvCxnSpPr>
            <a:cxnSpLocks/>
            <a:stCxn id="16" idx="1"/>
            <a:endCxn id="22" idx="0"/>
          </p:cNvCxnSpPr>
          <p:nvPr/>
        </p:nvCxnSpPr>
        <p:spPr>
          <a:xfrm rot="10800000" flipV="1">
            <a:off x="6566812" y="1658982"/>
            <a:ext cx="292545" cy="944879"/>
          </a:xfrm>
          <a:prstGeom prst="curved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A55B607-F4C2-A0B9-6B08-68E26014797E}"/>
              </a:ext>
            </a:extLst>
          </p:cNvPr>
          <p:cNvSpPr txBox="1"/>
          <p:nvPr/>
        </p:nvSpPr>
        <p:spPr>
          <a:xfrm>
            <a:off x="9568140" y="6488668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main-conflicting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D973862-8D9F-B595-7EA9-432E04B53C06}"/>
              </a:ext>
            </a:extLst>
          </p:cNvPr>
          <p:cNvSpPr/>
          <p:nvPr/>
        </p:nvSpPr>
        <p:spPr>
          <a:xfrm>
            <a:off x="2913017" y="261910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00C5FE-03A1-F092-D368-C65D0043D457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>
            <a:off x="1968137" y="2899955"/>
            <a:ext cx="944880" cy="1524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E1EB373-7268-DB09-17ED-45A22A6413B7}"/>
              </a:ext>
            </a:extLst>
          </p:cNvPr>
          <p:cNvSpPr txBox="1"/>
          <p:nvPr/>
        </p:nvSpPr>
        <p:spPr>
          <a:xfrm>
            <a:off x="4184482" y="1782760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1BF1AAB-DA63-CDE2-85CA-00741CC25221}"/>
              </a:ext>
            </a:extLst>
          </p:cNvPr>
          <p:cNvSpPr/>
          <p:nvPr/>
        </p:nvSpPr>
        <p:spPr>
          <a:xfrm>
            <a:off x="4065680" y="2608217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DF3E267-C18D-C2A5-9A7B-ED002C698A68}"/>
              </a:ext>
            </a:extLst>
          </p:cNvPr>
          <p:cNvCxnSpPr>
            <a:cxnSpLocks/>
            <a:stCxn id="3" idx="6"/>
            <a:endCxn id="23" idx="2"/>
          </p:cNvCxnSpPr>
          <p:nvPr/>
        </p:nvCxnSpPr>
        <p:spPr>
          <a:xfrm flipV="1">
            <a:off x="3505200" y="2904309"/>
            <a:ext cx="560480" cy="1088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AA4D3124-A37F-94DB-BED3-BF3BFA4FF3A4}"/>
              </a:ext>
            </a:extLst>
          </p:cNvPr>
          <p:cNvCxnSpPr>
            <a:cxnSpLocks/>
            <a:stCxn id="6" idx="6"/>
            <a:endCxn id="23" idx="0"/>
          </p:cNvCxnSpPr>
          <p:nvPr/>
        </p:nvCxnSpPr>
        <p:spPr>
          <a:xfrm>
            <a:off x="3505200" y="1658984"/>
            <a:ext cx="856572" cy="949233"/>
          </a:xfrm>
          <a:prstGeom prst="curved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DBAAE9F4-4A9A-0111-2438-B612031A3C72}"/>
              </a:ext>
            </a:extLst>
          </p:cNvPr>
          <p:cNvSpPr/>
          <p:nvPr/>
        </p:nvSpPr>
        <p:spPr>
          <a:xfrm>
            <a:off x="5202243" y="261148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9EEA55-0599-29E7-92AE-AFC4854F3151}"/>
              </a:ext>
            </a:extLst>
          </p:cNvPr>
          <p:cNvCxnSpPr>
            <a:cxnSpLocks/>
            <a:stCxn id="23" idx="6"/>
            <a:endCxn id="2" idx="2"/>
          </p:cNvCxnSpPr>
          <p:nvPr/>
        </p:nvCxnSpPr>
        <p:spPr>
          <a:xfrm>
            <a:off x="4657863" y="2904309"/>
            <a:ext cx="544380" cy="326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B02B783-66AB-88B5-742E-5C7B06F86950}"/>
              </a:ext>
            </a:extLst>
          </p:cNvPr>
          <p:cNvSpPr/>
          <p:nvPr/>
        </p:nvSpPr>
        <p:spPr>
          <a:xfrm>
            <a:off x="6167516" y="3904799"/>
            <a:ext cx="592183" cy="592183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C289E8FA-F5E0-A57B-1C4F-569179D41B97}"/>
              </a:ext>
            </a:extLst>
          </p:cNvPr>
          <p:cNvCxnSpPr>
            <a:cxnSpLocks/>
            <a:stCxn id="2" idx="5"/>
            <a:endCxn id="10" idx="2"/>
          </p:cNvCxnSpPr>
          <p:nvPr/>
        </p:nvCxnSpPr>
        <p:spPr>
          <a:xfrm rot="16200000" flipH="1">
            <a:off x="5395635" y="3429010"/>
            <a:ext cx="1083948" cy="459813"/>
          </a:xfrm>
          <a:prstGeom prst="curved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796AF2-3FF9-C82C-7D75-DF3F37B8BC51}"/>
              </a:ext>
            </a:extLst>
          </p:cNvPr>
          <p:cNvSpPr txBox="1"/>
          <p:nvPr/>
        </p:nvSpPr>
        <p:spPr>
          <a:xfrm>
            <a:off x="5456663" y="4501838"/>
            <a:ext cx="1278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D8F6DA3-5EFC-EBA1-A8B8-0218484E6741}"/>
              </a:ext>
            </a:extLst>
          </p:cNvPr>
          <p:cNvSpPr/>
          <p:nvPr/>
        </p:nvSpPr>
        <p:spPr>
          <a:xfrm>
            <a:off x="6270719" y="2603862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8D3502-F072-9FE1-E665-2F86AC2B6209}"/>
              </a:ext>
            </a:extLst>
          </p:cNvPr>
          <p:cNvCxnSpPr>
            <a:cxnSpLocks/>
            <a:stCxn id="2" idx="6"/>
            <a:endCxn id="22" idx="2"/>
          </p:cNvCxnSpPr>
          <p:nvPr/>
        </p:nvCxnSpPr>
        <p:spPr>
          <a:xfrm flipV="1">
            <a:off x="5794426" y="2899954"/>
            <a:ext cx="476293" cy="76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69655A-DB91-E9AC-C9B0-0E71CD848673}"/>
              </a:ext>
            </a:extLst>
          </p:cNvPr>
          <p:cNvSpPr txBox="1"/>
          <p:nvPr/>
        </p:nvSpPr>
        <p:spPr>
          <a:xfrm>
            <a:off x="6872475" y="2209562"/>
            <a:ext cx="15848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 </a:t>
            </a:r>
            <a:r>
              <a:rPr lang="en-US" dirty="0" err="1"/>
              <a:t>stats.py</a:t>
            </a:r>
            <a:endParaRPr lang="en-US" dirty="0"/>
          </a:p>
          <a:p>
            <a:r>
              <a:rPr lang="en-US" dirty="0">
                <a:highlight>
                  <a:srgbClr val="00FF00"/>
                </a:highlight>
              </a:rPr>
              <a:t>+</a:t>
            </a:r>
            <a:r>
              <a:rPr lang="en-US" dirty="0"/>
              <a:t> </a:t>
            </a:r>
            <a:r>
              <a:rPr lang="en-US" dirty="0" err="1"/>
              <a:t>app.py</a:t>
            </a:r>
            <a:endParaRPr lang="en-US" dirty="0"/>
          </a:p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241BF8-4914-622B-06F1-0DCFC3597CFA}"/>
              </a:ext>
            </a:extLst>
          </p:cNvPr>
          <p:cNvSpPr txBox="1"/>
          <p:nvPr/>
        </p:nvSpPr>
        <p:spPr>
          <a:xfrm>
            <a:off x="6803592" y="3509984"/>
            <a:ext cx="11538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+</a:t>
            </a:r>
            <a:r>
              <a:rPr lang="en-US" dirty="0"/>
              <a:t> </a:t>
            </a:r>
            <a:r>
              <a:rPr lang="en-US" dirty="0" err="1"/>
              <a:t>stats.py</a:t>
            </a:r>
            <a:endParaRPr lang="en-US" dirty="0"/>
          </a:p>
          <a:p>
            <a:r>
              <a:rPr lang="en-US" dirty="0">
                <a:highlight>
                  <a:srgbClr val="00FF00"/>
                </a:highlight>
              </a:rPr>
              <a:t>+</a:t>
            </a:r>
            <a:r>
              <a:rPr lang="en-US" dirty="0"/>
              <a:t> </a:t>
            </a:r>
            <a:r>
              <a:rPr lang="en-US" dirty="0" err="1"/>
              <a:t>main.py</a:t>
            </a: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-</a:t>
            </a:r>
            <a:r>
              <a:rPr lang="en-US" dirty="0"/>
              <a:t> </a:t>
            </a:r>
            <a:r>
              <a:rPr lang="en-US" dirty="0" err="1"/>
              <a:t>app.py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30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1D553-200C-ACED-C4B7-5FAE4B27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AD1C594-D676-3786-A929-33E94563CC3F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7A3D4-4EE4-C17F-C054-74335C873C43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9D2F54-F53A-2FA1-8285-9976EF6B36C0}"/>
              </a:ext>
            </a:extLst>
          </p:cNvPr>
          <p:cNvSpPr/>
          <p:nvPr/>
        </p:nvSpPr>
        <p:spPr>
          <a:xfrm>
            <a:off x="2913017" y="1362892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EBCD87AA-14D4-F9FE-A49D-7CFF9F133A1A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968137" y="1658984"/>
            <a:ext cx="944880" cy="1240971"/>
          </a:xfrm>
          <a:prstGeom prst="curvedConnector3">
            <a:avLst>
              <a:gd name="adj1" fmla="val 45391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F1F30D-FD1D-3493-2257-5DCB0398D853}"/>
              </a:ext>
            </a:extLst>
          </p:cNvPr>
          <p:cNvSpPr txBox="1"/>
          <p:nvPr/>
        </p:nvSpPr>
        <p:spPr>
          <a:xfrm>
            <a:off x="1854234" y="647946"/>
            <a:ext cx="270974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760E73-7903-B915-3490-9DEDE4E07805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7B229C-E75D-E92D-B4EE-DD1957A7E764}"/>
              </a:ext>
            </a:extLst>
          </p:cNvPr>
          <p:cNvSpPr txBox="1"/>
          <p:nvPr/>
        </p:nvSpPr>
        <p:spPr>
          <a:xfrm>
            <a:off x="7633437" y="1362892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156F21C3-CAAA-B499-3D8C-1453302220EE}"/>
              </a:ext>
            </a:extLst>
          </p:cNvPr>
          <p:cNvCxnSpPr>
            <a:cxnSpLocks/>
            <a:stCxn id="16" idx="1"/>
            <a:endCxn id="27" idx="0"/>
          </p:cNvCxnSpPr>
          <p:nvPr/>
        </p:nvCxnSpPr>
        <p:spPr>
          <a:xfrm rot="10800000" flipH="1" flipV="1">
            <a:off x="7633436" y="1547558"/>
            <a:ext cx="1" cy="1056304"/>
          </a:xfrm>
          <a:prstGeom prst="curvedConnector4">
            <a:avLst>
              <a:gd name="adj1" fmla="val -22860000000"/>
              <a:gd name="adj2" fmla="val 58741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33330C-38D8-FDCC-355A-708AA61A2734}"/>
              </a:ext>
            </a:extLst>
          </p:cNvPr>
          <p:cNvSpPr txBox="1"/>
          <p:nvPr/>
        </p:nvSpPr>
        <p:spPr>
          <a:xfrm>
            <a:off x="9568140" y="6488668"/>
            <a:ext cx="198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mode-merge-conf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CD67162-051C-FE76-911C-3B8A8F98C8D7}"/>
              </a:ext>
            </a:extLst>
          </p:cNvPr>
          <p:cNvSpPr/>
          <p:nvPr/>
        </p:nvSpPr>
        <p:spPr>
          <a:xfrm>
            <a:off x="2913017" y="261910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28C032-57E6-CFD5-ADF9-B518505F15B4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>
            <a:off x="1968137" y="2899955"/>
            <a:ext cx="944880" cy="1524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C13103-DCA4-1B90-99D7-0109BBADB0E8}"/>
              </a:ext>
            </a:extLst>
          </p:cNvPr>
          <p:cNvSpPr txBox="1"/>
          <p:nvPr/>
        </p:nvSpPr>
        <p:spPr>
          <a:xfrm>
            <a:off x="4184482" y="1782760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0CB0DEA-15B3-747A-1EDD-C636729CC61C}"/>
              </a:ext>
            </a:extLst>
          </p:cNvPr>
          <p:cNvSpPr/>
          <p:nvPr/>
        </p:nvSpPr>
        <p:spPr>
          <a:xfrm>
            <a:off x="4065680" y="2608217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850706C-5023-3793-23BE-9B02C46838AB}"/>
              </a:ext>
            </a:extLst>
          </p:cNvPr>
          <p:cNvCxnSpPr>
            <a:cxnSpLocks/>
            <a:stCxn id="3" idx="6"/>
            <a:endCxn id="23" idx="2"/>
          </p:cNvCxnSpPr>
          <p:nvPr/>
        </p:nvCxnSpPr>
        <p:spPr>
          <a:xfrm flipV="1">
            <a:off x="3505200" y="2904309"/>
            <a:ext cx="560480" cy="1088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B770D779-1044-A577-6EB5-0E4D623C97E4}"/>
              </a:ext>
            </a:extLst>
          </p:cNvPr>
          <p:cNvCxnSpPr>
            <a:cxnSpLocks/>
            <a:stCxn id="6" idx="6"/>
            <a:endCxn id="23" idx="0"/>
          </p:cNvCxnSpPr>
          <p:nvPr/>
        </p:nvCxnSpPr>
        <p:spPr>
          <a:xfrm>
            <a:off x="3505200" y="1658984"/>
            <a:ext cx="856572" cy="949233"/>
          </a:xfrm>
          <a:prstGeom prst="curved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CD7E7E62-CC2F-F7AA-4B82-B5FAB91ADE62}"/>
              </a:ext>
            </a:extLst>
          </p:cNvPr>
          <p:cNvSpPr/>
          <p:nvPr/>
        </p:nvSpPr>
        <p:spPr>
          <a:xfrm>
            <a:off x="5202243" y="261148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AD7A94-9F13-7784-133A-F43B716B6E3E}"/>
              </a:ext>
            </a:extLst>
          </p:cNvPr>
          <p:cNvCxnSpPr>
            <a:cxnSpLocks/>
            <a:stCxn id="23" idx="6"/>
            <a:endCxn id="2" idx="2"/>
          </p:cNvCxnSpPr>
          <p:nvPr/>
        </p:nvCxnSpPr>
        <p:spPr>
          <a:xfrm>
            <a:off x="4657863" y="2904309"/>
            <a:ext cx="544380" cy="326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C1D0C8C-EB4E-388F-7FA9-CF3A51C0B86F}"/>
              </a:ext>
            </a:extLst>
          </p:cNvPr>
          <p:cNvSpPr/>
          <p:nvPr/>
        </p:nvSpPr>
        <p:spPr>
          <a:xfrm>
            <a:off x="6167516" y="3904799"/>
            <a:ext cx="592183" cy="592183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07C9D575-3701-FA16-F74D-60C2999B0FD5}"/>
              </a:ext>
            </a:extLst>
          </p:cNvPr>
          <p:cNvCxnSpPr>
            <a:cxnSpLocks/>
            <a:stCxn id="2" idx="5"/>
            <a:endCxn id="10" idx="2"/>
          </p:cNvCxnSpPr>
          <p:nvPr/>
        </p:nvCxnSpPr>
        <p:spPr>
          <a:xfrm rot="16200000" flipH="1">
            <a:off x="5395635" y="3429010"/>
            <a:ext cx="1083948" cy="459813"/>
          </a:xfrm>
          <a:prstGeom prst="curved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30BE108-2A62-749C-0C3B-5C6DB194BDD6}"/>
              </a:ext>
            </a:extLst>
          </p:cNvPr>
          <p:cNvSpPr txBox="1"/>
          <p:nvPr/>
        </p:nvSpPr>
        <p:spPr>
          <a:xfrm>
            <a:off x="5456663" y="4501838"/>
            <a:ext cx="1278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82531CF-CE53-3E52-0905-6C50B4194090}"/>
              </a:ext>
            </a:extLst>
          </p:cNvPr>
          <p:cNvSpPr/>
          <p:nvPr/>
        </p:nvSpPr>
        <p:spPr>
          <a:xfrm>
            <a:off x="6270719" y="2603862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9BA4CE-48BC-0C37-2801-22AF5CC0EC14}"/>
              </a:ext>
            </a:extLst>
          </p:cNvPr>
          <p:cNvCxnSpPr>
            <a:cxnSpLocks/>
            <a:stCxn id="2" idx="6"/>
            <a:endCxn id="22" idx="2"/>
          </p:cNvCxnSpPr>
          <p:nvPr/>
        </p:nvCxnSpPr>
        <p:spPr>
          <a:xfrm flipV="1">
            <a:off x="5794426" y="2899954"/>
            <a:ext cx="476293" cy="76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BFDC181-7CDB-5011-F790-D879399BE553}"/>
              </a:ext>
            </a:extLst>
          </p:cNvPr>
          <p:cNvSpPr txBox="1"/>
          <p:nvPr/>
        </p:nvSpPr>
        <p:spPr>
          <a:xfrm>
            <a:off x="7880989" y="2133600"/>
            <a:ext cx="15848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!</a:t>
            </a:r>
            <a:r>
              <a:rPr lang="en-US" dirty="0"/>
              <a:t> </a:t>
            </a:r>
            <a:r>
              <a:rPr lang="en-US" dirty="0" err="1"/>
              <a:t>stats.py</a:t>
            </a:r>
            <a:endParaRPr lang="en-US" dirty="0"/>
          </a:p>
          <a:p>
            <a:r>
              <a:rPr lang="en-US" dirty="0">
                <a:highlight>
                  <a:srgbClr val="FF0000"/>
                </a:highlight>
              </a:rPr>
              <a:t>!</a:t>
            </a:r>
            <a:r>
              <a:rPr lang="en-US" dirty="0"/>
              <a:t> </a:t>
            </a:r>
            <a:r>
              <a:rPr lang="en-US" dirty="0" err="1"/>
              <a:t>main.py</a:t>
            </a:r>
            <a:endParaRPr lang="en-US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AA6DD2-807E-CCB7-064D-A1F42C3F96C1}"/>
              </a:ext>
            </a:extLst>
          </p:cNvPr>
          <p:cNvSpPr txBox="1"/>
          <p:nvPr/>
        </p:nvSpPr>
        <p:spPr>
          <a:xfrm>
            <a:off x="7337346" y="3769676"/>
            <a:ext cx="873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9A0A9DEF-16DD-B174-1DD7-831F985242F2}"/>
              </a:ext>
            </a:extLst>
          </p:cNvPr>
          <p:cNvCxnSpPr>
            <a:cxnSpLocks/>
            <a:stCxn id="10" idx="6"/>
            <a:endCxn id="27" idx="3"/>
          </p:cNvCxnSpPr>
          <p:nvPr/>
        </p:nvCxnSpPr>
        <p:spPr>
          <a:xfrm flipV="1">
            <a:off x="6759699" y="3109322"/>
            <a:ext cx="664370" cy="1091569"/>
          </a:xfrm>
          <a:prstGeom prst="curved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02FC3EB-2F35-BC04-7DA6-98B1E33662DF}"/>
              </a:ext>
            </a:extLst>
          </p:cNvPr>
          <p:cNvSpPr/>
          <p:nvPr/>
        </p:nvSpPr>
        <p:spPr>
          <a:xfrm>
            <a:off x="7337346" y="2603862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9EC139-C89D-BA5D-0273-D7E9C44FB456}"/>
              </a:ext>
            </a:extLst>
          </p:cNvPr>
          <p:cNvCxnSpPr>
            <a:cxnSpLocks/>
            <a:stCxn id="22" idx="6"/>
            <a:endCxn id="27" idx="2"/>
          </p:cNvCxnSpPr>
          <p:nvPr/>
        </p:nvCxnSpPr>
        <p:spPr>
          <a:xfrm>
            <a:off x="6862902" y="2899954"/>
            <a:ext cx="47444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498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59124-7D95-DFEB-4D90-BDB3840F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50A6469-2BD8-5C11-491D-1E8F0B045463}"/>
              </a:ext>
            </a:extLst>
          </p:cNvPr>
          <p:cNvSpPr/>
          <p:nvPr/>
        </p:nvSpPr>
        <p:spPr>
          <a:xfrm>
            <a:off x="1375954" y="260386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F12F9-FB66-A626-6998-CB01F6408F3A}"/>
              </a:ext>
            </a:extLst>
          </p:cNvPr>
          <p:cNvSpPr txBox="1"/>
          <p:nvPr/>
        </p:nvSpPr>
        <p:spPr>
          <a:xfrm>
            <a:off x="930592" y="3369567"/>
            <a:ext cx="14829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2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98157E-C322-8B83-5636-71019C7AF3C9}"/>
              </a:ext>
            </a:extLst>
          </p:cNvPr>
          <p:cNvSpPr/>
          <p:nvPr/>
        </p:nvSpPr>
        <p:spPr>
          <a:xfrm>
            <a:off x="2913017" y="1362892"/>
            <a:ext cx="592183" cy="592183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AF003344-6DB3-BA00-C241-C342B9115252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968137" y="1658984"/>
            <a:ext cx="944880" cy="1240971"/>
          </a:xfrm>
          <a:prstGeom prst="curvedConnector3">
            <a:avLst>
              <a:gd name="adj1" fmla="val 45391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5FCA147-72FC-E2ED-1CFA-8F0AA0C1D96A}"/>
              </a:ext>
            </a:extLst>
          </p:cNvPr>
          <p:cNvSpPr txBox="1"/>
          <p:nvPr/>
        </p:nvSpPr>
        <p:spPr>
          <a:xfrm>
            <a:off x="1854234" y="647946"/>
            <a:ext cx="270974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endParaRPr lang="en-US" sz="3200" b="1" dirty="0">
              <a:solidFill>
                <a:schemeClr val="tx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D1C31C-8424-00EE-3EE6-2102986DB51C}"/>
              </a:ext>
            </a:extLst>
          </p:cNvPr>
          <p:cNvSpPr/>
          <p:nvPr/>
        </p:nvSpPr>
        <p:spPr>
          <a:xfrm>
            <a:off x="9713349" y="2603863"/>
            <a:ext cx="592183" cy="592183"/>
          </a:xfrm>
          <a:prstGeom prst="ellipse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2D4C40-20F7-B865-A57F-1BB0FC965690}"/>
              </a:ext>
            </a:extLst>
          </p:cNvPr>
          <p:cNvSpPr txBox="1"/>
          <p:nvPr/>
        </p:nvSpPr>
        <p:spPr>
          <a:xfrm>
            <a:off x="7633437" y="1362892"/>
            <a:ext cx="771365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HEAD</a:t>
            </a:r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CD00BC36-95CE-6041-DF47-06CE0E1FF633}"/>
              </a:ext>
            </a:extLst>
          </p:cNvPr>
          <p:cNvCxnSpPr>
            <a:cxnSpLocks/>
            <a:stCxn id="16" idx="1"/>
            <a:endCxn id="27" idx="0"/>
          </p:cNvCxnSpPr>
          <p:nvPr/>
        </p:nvCxnSpPr>
        <p:spPr>
          <a:xfrm rot="10800000" flipH="1" flipV="1">
            <a:off x="7633436" y="1547558"/>
            <a:ext cx="1" cy="1056304"/>
          </a:xfrm>
          <a:prstGeom prst="curvedConnector4">
            <a:avLst>
              <a:gd name="adj1" fmla="val -22860000000"/>
              <a:gd name="adj2" fmla="val 58741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0C55FB5-47D5-1159-7188-14719A36EA49}"/>
              </a:ext>
            </a:extLst>
          </p:cNvPr>
          <p:cNvSpPr txBox="1"/>
          <p:nvPr/>
        </p:nvSpPr>
        <p:spPr>
          <a:xfrm>
            <a:off x="9568140" y="6488668"/>
            <a:ext cx="1974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mode-merge-final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A853F92-34D5-0502-33E1-12456BCAA3BB}"/>
              </a:ext>
            </a:extLst>
          </p:cNvPr>
          <p:cNvSpPr/>
          <p:nvPr/>
        </p:nvSpPr>
        <p:spPr>
          <a:xfrm>
            <a:off x="2913017" y="261910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7F3276-07F0-3812-7B6D-30F6C1E19F68}"/>
              </a:ext>
            </a:extLst>
          </p:cNvPr>
          <p:cNvCxnSpPr>
            <a:cxnSpLocks/>
            <a:stCxn id="4" idx="6"/>
            <a:endCxn id="3" idx="2"/>
          </p:cNvCxnSpPr>
          <p:nvPr/>
        </p:nvCxnSpPr>
        <p:spPr>
          <a:xfrm>
            <a:off x="1968137" y="2899955"/>
            <a:ext cx="944880" cy="1524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95D149F-D87C-732F-B2E6-1A4BDC91C738}"/>
              </a:ext>
            </a:extLst>
          </p:cNvPr>
          <p:cNvSpPr txBox="1"/>
          <p:nvPr/>
        </p:nvSpPr>
        <p:spPr>
          <a:xfrm>
            <a:off x="4184482" y="1782760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99E970C-A2DB-1A2F-009D-B57712A747E9}"/>
              </a:ext>
            </a:extLst>
          </p:cNvPr>
          <p:cNvSpPr/>
          <p:nvPr/>
        </p:nvSpPr>
        <p:spPr>
          <a:xfrm>
            <a:off x="4065680" y="2608217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975079-4047-9C48-4B51-EC951BA9DF01}"/>
              </a:ext>
            </a:extLst>
          </p:cNvPr>
          <p:cNvCxnSpPr>
            <a:cxnSpLocks/>
            <a:stCxn id="3" idx="6"/>
            <a:endCxn id="23" idx="2"/>
          </p:cNvCxnSpPr>
          <p:nvPr/>
        </p:nvCxnSpPr>
        <p:spPr>
          <a:xfrm flipV="1">
            <a:off x="3505200" y="2904309"/>
            <a:ext cx="560480" cy="1088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221F66A5-04DD-5671-A8FE-8B0EA89590A7}"/>
              </a:ext>
            </a:extLst>
          </p:cNvPr>
          <p:cNvCxnSpPr>
            <a:cxnSpLocks/>
            <a:stCxn id="6" idx="6"/>
            <a:endCxn id="23" idx="0"/>
          </p:cNvCxnSpPr>
          <p:nvPr/>
        </p:nvCxnSpPr>
        <p:spPr>
          <a:xfrm>
            <a:off x="3505200" y="1658984"/>
            <a:ext cx="856572" cy="949233"/>
          </a:xfrm>
          <a:prstGeom prst="curved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6D8BA46D-0B90-822C-74EE-EAEF6D26F5F7}"/>
              </a:ext>
            </a:extLst>
          </p:cNvPr>
          <p:cNvSpPr/>
          <p:nvPr/>
        </p:nvSpPr>
        <p:spPr>
          <a:xfrm>
            <a:off x="5202243" y="2611483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27AF510-84FE-139A-EF0E-887853DB9EBB}"/>
              </a:ext>
            </a:extLst>
          </p:cNvPr>
          <p:cNvCxnSpPr>
            <a:cxnSpLocks/>
            <a:stCxn id="23" idx="6"/>
            <a:endCxn id="2" idx="2"/>
          </p:cNvCxnSpPr>
          <p:nvPr/>
        </p:nvCxnSpPr>
        <p:spPr>
          <a:xfrm>
            <a:off x="4657863" y="2904309"/>
            <a:ext cx="544380" cy="326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0E085E9-4049-5E11-9066-880C5A4106E8}"/>
              </a:ext>
            </a:extLst>
          </p:cNvPr>
          <p:cNvSpPr/>
          <p:nvPr/>
        </p:nvSpPr>
        <p:spPr>
          <a:xfrm>
            <a:off x="6167516" y="3904799"/>
            <a:ext cx="592183" cy="592183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AE4F8193-BD2C-6DF4-FCF3-38FF6273556E}"/>
              </a:ext>
            </a:extLst>
          </p:cNvPr>
          <p:cNvCxnSpPr>
            <a:cxnSpLocks/>
            <a:stCxn id="2" idx="5"/>
            <a:endCxn id="10" idx="2"/>
          </p:cNvCxnSpPr>
          <p:nvPr/>
        </p:nvCxnSpPr>
        <p:spPr>
          <a:xfrm rot="16200000" flipH="1">
            <a:off x="5395635" y="3429010"/>
            <a:ext cx="1083948" cy="459813"/>
          </a:xfrm>
          <a:prstGeom prst="curved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0CCD3FF-4E61-A867-924C-B5FCDCF67A2A}"/>
              </a:ext>
            </a:extLst>
          </p:cNvPr>
          <p:cNvSpPr txBox="1"/>
          <p:nvPr/>
        </p:nvSpPr>
        <p:spPr>
          <a:xfrm>
            <a:off x="5456663" y="4501838"/>
            <a:ext cx="1278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BCAADE-2670-720A-6853-81E7040A7376}"/>
              </a:ext>
            </a:extLst>
          </p:cNvPr>
          <p:cNvSpPr/>
          <p:nvPr/>
        </p:nvSpPr>
        <p:spPr>
          <a:xfrm>
            <a:off x="6270719" y="2603862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3E4B28-9763-CC6D-31FB-A12850F3BEBD}"/>
              </a:ext>
            </a:extLst>
          </p:cNvPr>
          <p:cNvCxnSpPr>
            <a:cxnSpLocks/>
            <a:stCxn id="2" idx="6"/>
            <a:endCxn id="22" idx="2"/>
          </p:cNvCxnSpPr>
          <p:nvPr/>
        </p:nvCxnSpPr>
        <p:spPr>
          <a:xfrm flipV="1">
            <a:off x="5794426" y="2899954"/>
            <a:ext cx="476293" cy="76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E48E751-1DA6-4502-23B7-C7431E93CCE0}"/>
              </a:ext>
            </a:extLst>
          </p:cNvPr>
          <p:cNvSpPr txBox="1"/>
          <p:nvPr/>
        </p:nvSpPr>
        <p:spPr>
          <a:xfrm>
            <a:off x="7880989" y="2133600"/>
            <a:ext cx="15848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-</a:t>
            </a:r>
            <a:r>
              <a:rPr lang="en-US" dirty="0"/>
              <a:t> </a:t>
            </a:r>
            <a:r>
              <a:rPr lang="en-US" dirty="0" err="1"/>
              <a:t>stats.py</a:t>
            </a:r>
            <a:endParaRPr lang="en-US" dirty="0"/>
          </a:p>
          <a:p>
            <a:r>
              <a:rPr lang="en-US" dirty="0">
                <a:highlight>
                  <a:srgbClr val="00FF00"/>
                </a:highlight>
              </a:rPr>
              <a:t>+</a:t>
            </a:r>
            <a:r>
              <a:rPr lang="en-US" dirty="0"/>
              <a:t> </a:t>
            </a:r>
            <a:r>
              <a:rPr lang="en-US" dirty="0" err="1"/>
              <a:t>main.py</a:t>
            </a:r>
            <a:endParaRPr lang="en-US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44E012-35D4-F0A6-DF86-AA5D7984E953}"/>
              </a:ext>
            </a:extLst>
          </p:cNvPr>
          <p:cNvSpPr txBox="1"/>
          <p:nvPr/>
        </p:nvSpPr>
        <p:spPr>
          <a:xfrm>
            <a:off x="7337346" y="3769676"/>
            <a:ext cx="873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98A0B9FF-305E-5602-5625-1D9443E3F8EB}"/>
              </a:ext>
            </a:extLst>
          </p:cNvPr>
          <p:cNvCxnSpPr>
            <a:cxnSpLocks/>
            <a:stCxn id="10" idx="6"/>
            <a:endCxn id="27" idx="3"/>
          </p:cNvCxnSpPr>
          <p:nvPr/>
        </p:nvCxnSpPr>
        <p:spPr>
          <a:xfrm flipV="1">
            <a:off x="6759699" y="3109322"/>
            <a:ext cx="664370" cy="1091569"/>
          </a:xfrm>
          <a:prstGeom prst="curvedConnector2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9E8CD89-C83E-B988-9991-888086CA9F21}"/>
              </a:ext>
            </a:extLst>
          </p:cNvPr>
          <p:cNvSpPr/>
          <p:nvPr/>
        </p:nvSpPr>
        <p:spPr>
          <a:xfrm>
            <a:off x="7337346" y="2603862"/>
            <a:ext cx="592183" cy="592183"/>
          </a:xfrm>
          <a:prstGeom prst="ellipse">
            <a:avLst/>
          </a:prstGeom>
          <a:solidFill>
            <a:srgbClr val="00B050"/>
          </a:solidFill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7192642-A20C-0161-06DC-7213A1F5EB5F}"/>
              </a:ext>
            </a:extLst>
          </p:cNvPr>
          <p:cNvCxnSpPr>
            <a:cxnSpLocks/>
            <a:stCxn id="22" idx="6"/>
            <a:endCxn id="27" idx="2"/>
          </p:cNvCxnSpPr>
          <p:nvPr/>
        </p:nvCxnSpPr>
        <p:spPr>
          <a:xfrm>
            <a:off x="6862902" y="2899954"/>
            <a:ext cx="47444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94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e32bd2a-1ccd-49c1-a814-de8553946415}" enabled="1" method="Standard" siteId="{22136781-9753-4c75-af28-68a078871eb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94</Words>
  <Application>Microsoft Macintosh PowerPoint</Application>
  <PresentationFormat>Widescreen</PresentationFormat>
  <Paragraphs>55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Layman, Lucas M.</dc:creator>
  <cp:lastModifiedBy>Layman, Lucas M.</cp:lastModifiedBy>
  <cp:revision>16</cp:revision>
  <dcterms:created xsi:type="dcterms:W3CDTF">2024-10-30T12:50:17Z</dcterms:created>
  <dcterms:modified xsi:type="dcterms:W3CDTF">2024-11-04T20:39:42Z</dcterms:modified>
</cp:coreProperties>
</file>