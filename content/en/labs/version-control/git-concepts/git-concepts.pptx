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CCFB3-DB0C-E845-B05D-B0FE63B504DF}" v="53" dt="2024-10-31T17:17:56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46"/>
    <p:restoredTop sz="94719"/>
  </p:normalViewPr>
  <p:slideViewPr>
    <p:cSldViewPr snapToGrid="0">
      <p:cViewPr varScale="1">
        <p:scale>
          <a:sx n="120" d="100"/>
          <a:sy n="120" d="100"/>
        </p:scale>
        <p:origin x="2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yman, Lucas M." userId="765a6955-843c-4a07-9fa9-a46adec1c277" providerId="ADAL" clId="{350CCFB3-DB0C-E845-B05D-B0FE63B504DF}"/>
    <pc:docChg chg="undo redo custSel addSld delSld modSld sldOrd">
      <pc:chgData name="Layman, Lucas M." userId="765a6955-843c-4a07-9fa9-a46adec1c277" providerId="ADAL" clId="{350CCFB3-DB0C-E845-B05D-B0FE63B504DF}" dt="2024-10-31T17:18:04.529" v="995" actId="2696"/>
      <pc:docMkLst>
        <pc:docMk/>
      </pc:docMkLst>
      <pc:sldChg chg="delSp mod">
        <pc:chgData name="Layman, Lucas M." userId="765a6955-843c-4a07-9fa9-a46adec1c277" providerId="ADAL" clId="{350CCFB3-DB0C-E845-B05D-B0FE63B504DF}" dt="2024-10-24T16:34:05.326" v="799" actId="165"/>
        <pc:sldMkLst>
          <pc:docMk/>
          <pc:sldMk cId="250190219" sldId="260"/>
        </pc:sldMkLst>
        <pc:spChg chg="topLvl">
          <ac:chgData name="Layman, Lucas M." userId="765a6955-843c-4a07-9fa9-a46adec1c277" providerId="ADAL" clId="{350CCFB3-DB0C-E845-B05D-B0FE63B504DF}" dt="2024-10-24T16:34:05.125" v="798" actId="165"/>
          <ac:spMkLst>
            <pc:docMk/>
            <pc:sldMk cId="250190219" sldId="260"/>
            <ac:spMk id="24" creationId="{2133221E-7E3F-A868-5185-241D1CCB84C6}"/>
          </ac:spMkLst>
        </pc:spChg>
        <pc:spChg chg="topLvl">
          <ac:chgData name="Layman, Lucas M." userId="765a6955-843c-4a07-9fa9-a46adec1c277" providerId="ADAL" clId="{350CCFB3-DB0C-E845-B05D-B0FE63B504DF}" dt="2024-10-24T16:34:05.125" v="798" actId="165"/>
          <ac:spMkLst>
            <pc:docMk/>
            <pc:sldMk cId="250190219" sldId="260"/>
            <ac:spMk id="36" creationId="{4997CD81-DF3D-75BA-B55F-3E1EB78E2701}"/>
          </ac:spMkLst>
        </pc:spChg>
        <pc:spChg chg="topLvl">
          <ac:chgData name="Layman, Lucas M." userId="765a6955-843c-4a07-9fa9-a46adec1c277" providerId="ADAL" clId="{350CCFB3-DB0C-E845-B05D-B0FE63B504DF}" dt="2024-10-24T16:34:05.125" v="798" actId="165"/>
          <ac:spMkLst>
            <pc:docMk/>
            <pc:sldMk cId="250190219" sldId="260"/>
            <ac:spMk id="38" creationId="{C37C825E-0E85-7C5F-A973-8ADD71D881E5}"/>
          </ac:spMkLst>
        </pc:spChg>
        <pc:spChg chg="topLvl">
          <ac:chgData name="Layman, Lucas M." userId="765a6955-843c-4a07-9fa9-a46adec1c277" providerId="ADAL" clId="{350CCFB3-DB0C-E845-B05D-B0FE63B504DF}" dt="2024-10-24T16:34:04.880" v="797" actId="165"/>
          <ac:spMkLst>
            <pc:docMk/>
            <pc:sldMk cId="250190219" sldId="260"/>
            <ac:spMk id="42" creationId="{BD79F41A-365F-0B5D-D90E-3030256C9F04}"/>
          </ac:spMkLst>
        </pc:spChg>
        <pc:spChg chg="topLvl">
          <ac:chgData name="Layman, Lucas M." userId="765a6955-843c-4a07-9fa9-a46adec1c277" providerId="ADAL" clId="{350CCFB3-DB0C-E845-B05D-B0FE63B504DF}" dt="2024-10-24T16:34:04.593" v="796" actId="165"/>
          <ac:spMkLst>
            <pc:docMk/>
            <pc:sldMk cId="250190219" sldId="260"/>
            <ac:spMk id="44" creationId="{E799E95F-4E4B-46E9-A586-924AE2AA8621}"/>
          </ac:spMkLst>
        </pc:spChg>
        <pc:grpChg chg="topLvl">
          <ac:chgData name="Layman, Lucas M." userId="765a6955-843c-4a07-9fa9-a46adec1c277" providerId="ADAL" clId="{350CCFB3-DB0C-E845-B05D-B0FE63B504DF}" dt="2024-10-24T16:34:05.326" v="799" actId="165"/>
          <ac:grpSpMkLst>
            <pc:docMk/>
            <pc:sldMk cId="250190219" sldId="260"/>
            <ac:grpSpMk id="16" creationId="{5A375FFF-F0B8-7107-7F2F-8ED09434B355}"/>
          </ac:grpSpMkLst>
        </pc:grpChg>
        <pc:grpChg chg="del topLvl">
          <ac:chgData name="Layman, Lucas M." userId="765a6955-843c-4a07-9fa9-a46adec1c277" providerId="ADAL" clId="{350CCFB3-DB0C-E845-B05D-B0FE63B504DF}" dt="2024-10-24T16:34:05.326" v="799" actId="165"/>
          <ac:grpSpMkLst>
            <pc:docMk/>
            <pc:sldMk cId="250190219" sldId="260"/>
            <ac:grpSpMk id="23" creationId="{FAF3D464-A964-296B-A2B1-2F52AFA9CDA9}"/>
          </ac:grpSpMkLst>
        </pc:grpChg>
        <pc:grpChg chg="del topLvl">
          <ac:chgData name="Layman, Lucas M." userId="765a6955-843c-4a07-9fa9-a46adec1c277" providerId="ADAL" clId="{350CCFB3-DB0C-E845-B05D-B0FE63B504DF}" dt="2024-10-24T16:34:05.125" v="798" actId="165"/>
          <ac:grpSpMkLst>
            <pc:docMk/>
            <pc:sldMk cId="250190219" sldId="260"/>
            <ac:grpSpMk id="41" creationId="{D630E2D9-5DBF-0A53-EFBF-1FCF02A335F9}"/>
          </ac:grpSpMkLst>
        </pc:grpChg>
        <pc:grpChg chg="del topLvl">
          <ac:chgData name="Layman, Lucas M." userId="765a6955-843c-4a07-9fa9-a46adec1c277" providerId="ADAL" clId="{350CCFB3-DB0C-E845-B05D-B0FE63B504DF}" dt="2024-10-24T16:34:04.880" v="797" actId="165"/>
          <ac:grpSpMkLst>
            <pc:docMk/>
            <pc:sldMk cId="250190219" sldId="260"/>
            <ac:grpSpMk id="43" creationId="{1357231D-CE72-5884-60F3-72D14D2B9927}"/>
          </ac:grpSpMkLst>
        </pc:grpChg>
        <pc:grpChg chg="del">
          <ac:chgData name="Layman, Lucas M." userId="765a6955-843c-4a07-9fa9-a46adec1c277" providerId="ADAL" clId="{350CCFB3-DB0C-E845-B05D-B0FE63B504DF}" dt="2024-10-24T16:34:04.593" v="796" actId="165"/>
          <ac:grpSpMkLst>
            <pc:docMk/>
            <pc:sldMk cId="250190219" sldId="260"/>
            <ac:grpSpMk id="45" creationId="{DC402ADC-E5BF-61C2-5392-3EF29EEB83CA}"/>
          </ac:grpSpMkLst>
        </pc:grpChg>
        <pc:cxnChg chg="topLvl">
          <ac:chgData name="Layman, Lucas M." userId="765a6955-843c-4a07-9fa9-a46adec1c277" providerId="ADAL" clId="{350CCFB3-DB0C-E845-B05D-B0FE63B504DF}" dt="2024-10-24T16:34:05.326" v="799" actId="165"/>
          <ac:cxnSpMkLst>
            <pc:docMk/>
            <pc:sldMk cId="250190219" sldId="260"/>
            <ac:cxnSpMk id="3" creationId="{FE05CDB3-4FAD-35E7-E7C1-7E9E6E512909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25" creationId="{B4D3BC02-7DC7-DCF1-67AE-B5CE079A5C84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29" creationId="{A166EA7E-F0BC-167C-DD4D-17E99CD1B7E9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35" creationId="{CE349904-66CA-EAA6-C812-C107CD588519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37" creationId="{9E88B7FC-EB49-A0CE-03B8-1527FB319B70}"/>
          </ac:cxnSpMkLst>
        </pc:cxnChg>
      </pc:sldChg>
      <pc:sldChg chg="delSp modSp add mod">
        <pc:chgData name="Layman, Lucas M." userId="765a6955-843c-4a07-9fa9-a46adec1c277" providerId="ADAL" clId="{350CCFB3-DB0C-E845-B05D-B0FE63B504DF}" dt="2024-10-24T17:30:20.453" v="923" actId="14100"/>
        <pc:sldMkLst>
          <pc:docMk/>
          <pc:sldMk cId="652495488" sldId="263"/>
        </pc:sldMkLst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2" creationId="{72B86923-3B92-A89A-0DBA-F134C233BF47}"/>
          </ac:spMkLst>
        </pc:spChg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4" creationId="{3096338D-9EC9-B3ED-81D3-7B4FA84BAAD5}"/>
          </ac:spMkLst>
        </pc:spChg>
        <pc:spChg chg="topLvl">
          <ac:chgData name="Layman, Lucas M." userId="765a6955-843c-4a07-9fa9-a46adec1c277" providerId="ADAL" clId="{350CCFB3-DB0C-E845-B05D-B0FE63B504DF}" dt="2024-10-24T17:29:52.459" v="917" actId="165"/>
          <ac:spMkLst>
            <pc:docMk/>
            <pc:sldMk cId="652495488" sldId="263"/>
            <ac:spMk id="17" creationId="{B0B668ED-5CF3-5FF1-04A1-D60D90DBFAAB}"/>
          </ac:spMkLst>
        </pc:spChg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24" creationId="{0E9E3C52-3667-1C38-BB0F-5093F1DF7A47}"/>
          </ac:spMkLst>
        </pc:spChg>
        <pc:spChg chg="del">
          <ac:chgData name="Layman, Lucas M." userId="765a6955-843c-4a07-9fa9-a46adec1c277" providerId="ADAL" clId="{350CCFB3-DB0C-E845-B05D-B0FE63B504DF}" dt="2024-10-23T15:22:26.694" v="4" actId="478"/>
          <ac:spMkLst>
            <pc:docMk/>
            <pc:sldMk cId="652495488" sldId="263"/>
            <ac:spMk id="36" creationId="{23EE7FB7-66B2-464A-6A82-23DEE92724CF}"/>
          </ac:spMkLst>
        </pc:spChg>
        <pc:spChg chg="del mod">
          <ac:chgData name="Layman, Lucas M." userId="765a6955-843c-4a07-9fa9-a46adec1c277" providerId="ADAL" clId="{350CCFB3-DB0C-E845-B05D-B0FE63B504DF}" dt="2024-10-23T15:22:23.341" v="2" actId="478"/>
          <ac:spMkLst>
            <pc:docMk/>
            <pc:sldMk cId="652495488" sldId="263"/>
            <ac:spMk id="38" creationId="{0180F5F1-24E4-DA95-8875-02FFA8FD6ACC}"/>
          </ac:spMkLst>
        </pc:spChg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42" creationId="{E9F58CCD-14B5-1819-A61A-440DD2AA9BBA}"/>
          </ac:spMkLst>
        </pc:spChg>
        <pc:grpChg chg="topLvl">
          <ac:chgData name="Layman, Lucas M." userId="765a6955-843c-4a07-9fa9-a46adec1c277" providerId="ADAL" clId="{350CCFB3-DB0C-E845-B05D-B0FE63B504DF}" dt="2024-10-24T17:29:53.773" v="920" actId="165"/>
          <ac:grpSpMkLst>
            <pc:docMk/>
            <pc:sldMk cId="652495488" sldId="263"/>
            <ac:grpSpMk id="13" creationId="{08F49E2D-31CA-A804-9D12-D5BAC5819A75}"/>
          </ac:grpSpMkLst>
        </pc:grpChg>
        <pc:grpChg chg="topLvl">
          <ac:chgData name="Layman, Lucas M." userId="765a6955-843c-4a07-9fa9-a46adec1c277" providerId="ADAL" clId="{350CCFB3-DB0C-E845-B05D-B0FE63B504DF}" dt="2024-10-24T17:29:53.773" v="920" actId="165"/>
          <ac:grpSpMkLst>
            <pc:docMk/>
            <pc:sldMk cId="652495488" sldId="263"/>
            <ac:grpSpMk id="14" creationId="{DF9B00C6-1049-1583-8F3A-4509A407EA40}"/>
          </ac:grpSpMkLst>
        </pc:grpChg>
        <pc:grpChg chg="del topLvl">
          <ac:chgData name="Layman, Lucas M." userId="765a6955-843c-4a07-9fa9-a46adec1c277" providerId="ADAL" clId="{350CCFB3-DB0C-E845-B05D-B0FE63B504DF}" dt="2024-10-24T17:29:52.644" v="918" actId="165"/>
          <ac:grpSpMkLst>
            <pc:docMk/>
            <pc:sldMk cId="652495488" sldId="263"/>
            <ac:grpSpMk id="15" creationId="{F3D40FB5-B487-DA3F-C485-38BB8F90EA80}"/>
          </ac:grpSpMkLst>
        </pc:grpChg>
        <pc:grpChg chg="del topLvl">
          <ac:chgData name="Layman, Lucas M." userId="765a6955-843c-4a07-9fa9-a46adec1c277" providerId="ADAL" clId="{350CCFB3-DB0C-E845-B05D-B0FE63B504DF}" dt="2024-10-24T17:29:53.773" v="920" actId="165"/>
          <ac:grpSpMkLst>
            <pc:docMk/>
            <pc:sldMk cId="652495488" sldId="263"/>
            <ac:grpSpMk id="16" creationId="{82B35022-DFB3-10E4-1B20-B11E66F4EAFC}"/>
          </ac:grpSpMkLst>
        </pc:grpChg>
        <pc:grpChg chg="del">
          <ac:chgData name="Layman, Lucas M." userId="765a6955-843c-4a07-9fa9-a46adec1c277" providerId="ADAL" clId="{350CCFB3-DB0C-E845-B05D-B0FE63B504DF}" dt="2024-10-24T17:29:52.459" v="917" actId="165"/>
          <ac:grpSpMkLst>
            <pc:docMk/>
            <pc:sldMk cId="652495488" sldId="263"/>
            <ac:grpSpMk id="18" creationId="{5F35F7A6-4A99-87EA-D9B1-DC5E01ED540F}"/>
          </ac:grpSpMkLst>
        </pc:grpChg>
        <pc:grpChg chg="del topLvl">
          <ac:chgData name="Layman, Lucas M." userId="765a6955-843c-4a07-9fa9-a46adec1c277" providerId="ADAL" clId="{350CCFB3-DB0C-E845-B05D-B0FE63B504DF}" dt="2024-10-24T17:29:53.130" v="919" actId="165"/>
          <ac:grpSpMkLst>
            <pc:docMk/>
            <pc:sldMk cId="652495488" sldId="263"/>
            <ac:grpSpMk id="23" creationId="{ECFA453E-6A03-359B-2D8F-3A0754C52B2C}"/>
          </ac:grpSpMkLst>
        </pc:grpChg>
        <pc:picChg chg="topLvl">
          <ac:chgData name="Layman, Lucas M." userId="765a6955-843c-4a07-9fa9-a46adec1c277" providerId="ADAL" clId="{350CCFB3-DB0C-E845-B05D-B0FE63B504DF}" dt="2024-10-24T17:29:53.773" v="920" actId="165"/>
          <ac:picMkLst>
            <pc:docMk/>
            <pc:sldMk cId="652495488" sldId="263"/>
            <ac:picMk id="9" creationId="{9B8BD1B7-641F-E723-E67D-6FD11B193FDA}"/>
          </ac:picMkLst>
        </pc:picChg>
        <pc:cxnChg chg="mod topLvl">
          <ac:chgData name="Layman, Lucas M." userId="765a6955-843c-4a07-9fa9-a46adec1c277" providerId="ADAL" clId="{350CCFB3-DB0C-E845-B05D-B0FE63B504DF}" dt="2024-10-24T17:30:20.453" v="923" actId="14100"/>
          <ac:cxnSpMkLst>
            <pc:docMk/>
            <pc:sldMk cId="652495488" sldId="263"/>
            <ac:cxnSpMk id="3" creationId="{E6DC08D1-0492-C5FB-8384-2AFCC2E35D15}"/>
          </ac:cxnSpMkLst>
        </pc:cxnChg>
        <pc:cxnChg chg="topLvl">
          <ac:chgData name="Layman, Lucas M." userId="765a6955-843c-4a07-9fa9-a46adec1c277" providerId="ADAL" clId="{350CCFB3-DB0C-E845-B05D-B0FE63B504DF}" dt="2024-10-24T17:29:52.644" v="918" actId="165"/>
          <ac:cxnSpMkLst>
            <pc:docMk/>
            <pc:sldMk cId="652495488" sldId="263"/>
            <ac:cxnSpMk id="6" creationId="{C302D3ED-2127-037F-BEA9-A6C5FCB43CC2}"/>
          </ac:cxnSpMkLst>
        </pc:cxnChg>
        <pc:cxnChg chg="mod topLvl">
          <ac:chgData name="Layman, Lucas M." userId="765a6955-843c-4a07-9fa9-a46adec1c277" providerId="ADAL" clId="{350CCFB3-DB0C-E845-B05D-B0FE63B504DF}" dt="2024-10-24T17:30:17.535" v="922" actId="14100"/>
          <ac:cxnSpMkLst>
            <pc:docMk/>
            <pc:sldMk cId="652495488" sldId="263"/>
            <ac:cxnSpMk id="25" creationId="{83F7AFBB-32DC-8AE6-2D99-4A078F003BC1}"/>
          </ac:cxnSpMkLst>
        </pc:cxnChg>
        <pc:cxnChg chg="mod topLvl">
          <ac:chgData name="Layman, Lucas M." userId="765a6955-843c-4a07-9fa9-a46adec1c277" providerId="ADAL" clId="{350CCFB3-DB0C-E845-B05D-B0FE63B504DF}" dt="2024-10-24T17:30:14.247" v="921" actId="14100"/>
          <ac:cxnSpMkLst>
            <pc:docMk/>
            <pc:sldMk cId="652495488" sldId="263"/>
            <ac:cxnSpMk id="29" creationId="{037D0108-EC88-A289-53BD-901819B91F8D}"/>
          </ac:cxnSpMkLst>
        </pc:cxnChg>
        <pc:cxnChg chg="del">
          <ac:chgData name="Layman, Lucas M." userId="765a6955-843c-4a07-9fa9-a46adec1c277" providerId="ADAL" clId="{350CCFB3-DB0C-E845-B05D-B0FE63B504DF}" dt="2024-10-23T15:22:28.541" v="5" actId="478"/>
          <ac:cxnSpMkLst>
            <pc:docMk/>
            <pc:sldMk cId="652495488" sldId="263"/>
            <ac:cxnSpMk id="35" creationId="{130D31E2-DE80-3785-846F-5252CE05CB54}"/>
          </ac:cxnSpMkLst>
        </pc:cxnChg>
        <pc:cxnChg chg="del">
          <ac:chgData name="Layman, Lucas M." userId="765a6955-843c-4a07-9fa9-a46adec1c277" providerId="ADAL" clId="{350CCFB3-DB0C-E845-B05D-B0FE63B504DF}" dt="2024-10-23T15:22:24.962" v="3" actId="478"/>
          <ac:cxnSpMkLst>
            <pc:docMk/>
            <pc:sldMk cId="652495488" sldId="263"/>
            <ac:cxnSpMk id="37" creationId="{CA917BB4-2625-9C12-CA79-5EEB0F5EA3A1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3T15:44:21.108" v="92" actId="164"/>
        <pc:sldMkLst>
          <pc:docMk/>
          <pc:sldMk cId="1671172102" sldId="264"/>
        </pc:sldMkLst>
        <pc:spChg chg="mod">
          <ac:chgData name="Layman, Lucas M." userId="765a6955-843c-4a07-9fa9-a46adec1c277" providerId="ADAL" clId="{350CCFB3-DB0C-E845-B05D-B0FE63B504DF}" dt="2024-10-23T15:40:43.843" v="26" actId="400"/>
          <ac:spMkLst>
            <pc:docMk/>
            <pc:sldMk cId="1671172102" sldId="264"/>
            <ac:spMk id="2" creationId="{BB2C4BA3-D270-021B-EB90-9810ECA5695B}"/>
          </ac:spMkLst>
        </pc:spChg>
        <pc:spChg chg="add mod">
          <ac:chgData name="Layman, Lucas M." userId="765a6955-843c-4a07-9fa9-a46adec1c277" providerId="ADAL" clId="{350CCFB3-DB0C-E845-B05D-B0FE63B504DF}" dt="2024-10-23T15:43:59.557" v="88" actId="1035"/>
          <ac:spMkLst>
            <pc:docMk/>
            <pc:sldMk cId="1671172102" sldId="264"/>
            <ac:spMk id="8" creationId="{C4F8EB23-0703-06AC-79AC-9A393024398C}"/>
          </ac:spMkLst>
        </pc:spChg>
        <pc:spChg chg="add mod">
          <ac:chgData name="Layman, Lucas M." userId="765a6955-843c-4a07-9fa9-a46adec1c277" providerId="ADAL" clId="{350CCFB3-DB0C-E845-B05D-B0FE63B504DF}" dt="2024-10-23T15:43:59.557" v="88" actId="1035"/>
          <ac:spMkLst>
            <pc:docMk/>
            <pc:sldMk cId="1671172102" sldId="264"/>
            <ac:spMk id="22" creationId="{9EA675F6-176B-2F6C-2BA5-CB2CDFB99CE4}"/>
          </ac:spMkLst>
        </pc:spChg>
        <pc:grpChg chg="mod">
          <ac:chgData name="Layman, Lucas M." userId="765a6955-843c-4a07-9fa9-a46adec1c277" providerId="ADAL" clId="{350CCFB3-DB0C-E845-B05D-B0FE63B504DF}" dt="2024-10-23T15:40:19.636" v="17" actId="1076"/>
          <ac:grpSpMkLst>
            <pc:docMk/>
            <pc:sldMk cId="1671172102" sldId="264"/>
            <ac:grpSpMk id="18" creationId="{F0E22358-28D6-1BAA-2715-3591B06B1E0D}"/>
          </ac:grpSpMkLst>
        </pc:grpChg>
        <pc:grpChg chg="add">
          <ac:chgData name="Layman, Lucas M." userId="765a6955-843c-4a07-9fa9-a46adec1c277" providerId="ADAL" clId="{350CCFB3-DB0C-E845-B05D-B0FE63B504DF}" dt="2024-10-23T15:44:21.108" v="92" actId="164"/>
          <ac:grpSpMkLst>
            <pc:docMk/>
            <pc:sldMk cId="1671172102" sldId="264"/>
            <ac:grpSpMk id="30" creationId="{A8577F73-C6BD-BCA1-74C6-4AFA74E769D6}"/>
          </ac:grpSpMkLst>
        </pc:grpChg>
        <pc:cxnChg chg="mod">
          <ac:chgData name="Layman, Lucas M." userId="765a6955-843c-4a07-9fa9-a46adec1c277" providerId="ADAL" clId="{350CCFB3-DB0C-E845-B05D-B0FE63B504DF}" dt="2024-10-23T15:44:05.319" v="89" actId="14100"/>
          <ac:cxnSpMkLst>
            <pc:docMk/>
            <pc:sldMk cId="1671172102" sldId="264"/>
            <ac:cxnSpMk id="3" creationId="{58AB0F4A-0279-9C1F-C05F-9702EC0D3DAB}"/>
          </ac:cxnSpMkLst>
        </pc:cxnChg>
        <pc:cxnChg chg="add del mod">
          <ac:chgData name="Layman, Lucas M." userId="765a6955-843c-4a07-9fa9-a46adec1c277" providerId="ADAL" clId="{350CCFB3-DB0C-E845-B05D-B0FE63B504DF}" dt="2024-10-23T15:41:19.669" v="32" actId="478"/>
          <ac:cxnSpMkLst>
            <pc:docMk/>
            <pc:sldMk cId="1671172102" sldId="264"/>
            <ac:cxnSpMk id="19" creationId="{1C9CA55D-D563-1505-13AC-5A3D8ECAA6E0}"/>
          </ac:cxnSpMkLst>
        </pc:cxnChg>
        <pc:cxnChg chg="mod">
          <ac:chgData name="Layman, Lucas M." userId="765a6955-843c-4a07-9fa9-a46adec1c277" providerId="ADAL" clId="{350CCFB3-DB0C-E845-B05D-B0FE63B504DF}" dt="2024-10-23T15:44:07.803" v="90" actId="14100"/>
          <ac:cxnSpMkLst>
            <pc:docMk/>
            <pc:sldMk cId="1671172102" sldId="264"/>
            <ac:cxnSpMk id="25" creationId="{8BAC9112-D8CF-3D29-D682-7223316AB442}"/>
          </ac:cxnSpMkLst>
        </pc:cxnChg>
        <pc:cxnChg chg="mod">
          <ac:chgData name="Layman, Lucas M." userId="765a6955-843c-4a07-9fa9-a46adec1c277" providerId="ADAL" clId="{350CCFB3-DB0C-E845-B05D-B0FE63B504DF}" dt="2024-10-23T15:44:11.756" v="91" actId="14100"/>
          <ac:cxnSpMkLst>
            <pc:docMk/>
            <pc:sldMk cId="1671172102" sldId="264"/>
            <ac:cxnSpMk id="29" creationId="{4035D036-3B9D-8685-279D-5173D31EB0D8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31T17:15:48.662" v="974"/>
        <pc:sldMkLst>
          <pc:docMk/>
          <pc:sldMk cId="2119560487" sldId="265"/>
        </pc:sldMkLst>
        <pc:spChg chg="mod">
          <ac:chgData name="Layman, Lucas M." userId="765a6955-843c-4a07-9fa9-a46adec1c277" providerId="ADAL" clId="{350CCFB3-DB0C-E845-B05D-B0FE63B504DF}" dt="2024-10-23T16:48:02.023" v="256" actId="20577"/>
          <ac:spMkLst>
            <pc:docMk/>
            <pc:sldMk cId="2119560487" sldId="265"/>
            <ac:spMk id="2" creationId="{0E6C024A-8FBD-DC1F-72E3-962B902EADD2}"/>
          </ac:spMkLst>
        </pc:spChg>
        <pc:spChg chg="mod">
          <ac:chgData name="Layman, Lucas M." userId="765a6955-843c-4a07-9fa9-a46adec1c277" providerId="ADAL" clId="{350CCFB3-DB0C-E845-B05D-B0FE63B504DF}" dt="2024-10-23T16:10:06.269" v="238" actId="14100"/>
          <ac:spMkLst>
            <pc:docMk/>
            <pc:sldMk cId="2119560487" sldId="265"/>
            <ac:spMk id="8" creationId="{2CC731CF-5BDA-371B-BA5A-D4494E0C4E0B}"/>
          </ac:spMkLst>
        </pc:spChg>
        <pc:spChg chg="add mod">
          <ac:chgData name="Layman, Lucas M." userId="765a6955-843c-4a07-9fa9-a46adec1c277" providerId="ADAL" clId="{350CCFB3-DB0C-E845-B05D-B0FE63B504DF}" dt="2024-10-31T17:15:48.662" v="974"/>
          <ac:spMkLst>
            <pc:docMk/>
            <pc:sldMk cId="2119560487" sldId="265"/>
            <ac:spMk id="12" creationId="{65750F6C-4BFB-C0E3-951B-5E2173F2CE7A}"/>
          </ac:spMkLst>
        </pc:spChg>
        <pc:spChg chg="add del mod">
          <ac:chgData name="Layman, Lucas M." userId="765a6955-843c-4a07-9fa9-a46adec1c277" providerId="ADAL" clId="{350CCFB3-DB0C-E845-B05D-B0FE63B504DF}" dt="2024-10-23T15:57:31.285" v="140" actId="478"/>
          <ac:spMkLst>
            <pc:docMk/>
            <pc:sldMk cId="2119560487" sldId="265"/>
            <ac:spMk id="19" creationId="{482BF28B-ED86-CD8A-92BF-4BE54C64A97D}"/>
          </ac:spMkLst>
        </pc:spChg>
        <pc:spChg chg="del">
          <ac:chgData name="Layman, Lucas M." userId="765a6955-843c-4a07-9fa9-a46adec1c277" providerId="ADAL" clId="{350CCFB3-DB0C-E845-B05D-B0FE63B504DF}" dt="2024-10-23T15:55:23.708" v="94" actId="478"/>
          <ac:spMkLst>
            <pc:docMk/>
            <pc:sldMk cId="2119560487" sldId="265"/>
            <ac:spMk id="22" creationId="{9849C03C-76BF-4BDF-503A-A69765F26F42}"/>
          </ac:spMkLst>
        </pc:spChg>
        <pc:spChg chg="add mod">
          <ac:chgData name="Layman, Lucas M." userId="765a6955-843c-4a07-9fa9-a46adec1c277" providerId="ADAL" clId="{350CCFB3-DB0C-E845-B05D-B0FE63B504DF}" dt="2024-10-23T16:10:11.552" v="244" actId="20577"/>
          <ac:spMkLst>
            <pc:docMk/>
            <pc:sldMk cId="2119560487" sldId="265"/>
            <ac:spMk id="26" creationId="{2EE9E08A-9D3B-ABEA-035C-8724BBF37D05}"/>
          </ac:spMkLst>
        </pc:spChg>
        <pc:grpChg chg="add">
          <ac:chgData name="Layman, Lucas M." userId="765a6955-843c-4a07-9fa9-a46adec1c277" providerId="ADAL" clId="{350CCFB3-DB0C-E845-B05D-B0FE63B504DF}" dt="2024-10-23T15:59:51.469" v="214" actId="164"/>
          <ac:grpSpMkLst>
            <pc:docMk/>
            <pc:sldMk cId="2119560487" sldId="265"/>
            <ac:grpSpMk id="27" creationId="{3661E6F0-1B04-8291-53D6-A8D5BCA7812C}"/>
          </ac:grpSpMkLst>
        </pc:grpChg>
        <pc:cxnChg chg="add del mod">
          <ac:chgData name="Layman, Lucas M." userId="765a6955-843c-4a07-9fa9-a46adec1c277" providerId="ADAL" clId="{350CCFB3-DB0C-E845-B05D-B0FE63B504DF}" dt="2024-10-23T15:57:33.828" v="141" actId="478"/>
          <ac:cxnSpMkLst>
            <pc:docMk/>
            <pc:sldMk cId="2119560487" sldId="265"/>
            <ac:cxnSpMk id="12" creationId="{BB921FED-3AED-CACF-199C-34D63D2D089D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3T18:15:01.487" v="588" actId="20577"/>
        <pc:sldMkLst>
          <pc:docMk/>
          <pc:sldMk cId="3908862189" sldId="266"/>
        </pc:sldMkLst>
        <pc:spChg chg="mod">
          <ac:chgData name="Layman, Lucas M." userId="765a6955-843c-4a07-9fa9-a46adec1c277" providerId="ADAL" clId="{350CCFB3-DB0C-E845-B05D-B0FE63B504DF}" dt="2024-10-23T18:15:01.487" v="588" actId="20577"/>
          <ac:spMkLst>
            <pc:docMk/>
            <pc:sldMk cId="3908862189" sldId="266"/>
            <ac:spMk id="2" creationId="{D0650434-4C01-86BC-1621-403CE79DD9A4}"/>
          </ac:spMkLst>
        </pc:spChg>
        <pc:spChg chg="del topLvl">
          <ac:chgData name="Layman, Lucas M." userId="765a6955-843c-4a07-9fa9-a46adec1c277" providerId="ADAL" clId="{350CCFB3-DB0C-E845-B05D-B0FE63B504DF}" dt="2024-10-23T16:57:22.728" v="265" actId="478"/>
          <ac:spMkLst>
            <pc:docMk/>
            <pc:sldMk cId="3908862189" sldId="266"/>
            <ac:spMk id="8" creationId="{39AF34AE-5608-8833-B92C-E6B3182FF7CD}"/>
          </ac:spMkLst>
        </pc:spChg>
        <pc:spChg chg="add mod">
          <ac:chgData name="Layman, Lucas M." userId="765a6955-843c-4a07-9fa9-a46adec1c277" providerId="ADAL" clId="{350CCFB3-DB0C-E845-B05D-B0FE63B504DF}" dt="2024-10-23T17:02:58.633" v="281" actId="20577"/>
          <ac:spMkLst>
            <pc:docMk/>
            <pc:sldMk cId="3908862189" sldId="266"/>
            <ac:spMk id="20" creationId="{6CF392AE-41B2-0F74-AD29-B1BB1A0787E9}"/>
          </ac:spMkLst>
        </pc:spChg>
        <pc:spChg chg="add del mod">
          <ac:chgData name="Layman, Lucas M." userId="765a6955-843c-4a07-9fa9-a46adec1c277" providerId="ADAL" clId="{350CCFB3-DB0C-E845-B05D-B0FE63B504DF}" dt="2024-10-23T17:03:00.710" v="282" actId="21"/>
          <ac:spMkLst>
            <pc:docMk/>
            <pc:sldMk cId="3908862189" sldId="266"/>
            <ac:spMk id="21" creationId="{015AD22B-53AC-1D35-7D47-C097A4A10B1B}"/>
          </ac:spMkLst>
        </pc:spChg>
        <pc:spChg chg="add mod">
          <ac:chgData name="Layman, Lucas M." userId="765a6955-843c-4a07-9fa9-a46adec1c277" providerId="ADAL" clId="{350CCFB3-DB0C-E845-B05D-B0FE63B504DF}" dt="2024-10-23T17:03:01.917" v="283"/>
          <ac:spMkLst>
            <pc:docMk/>
            <pc:sldMk cId="3908862189" sldId="266"/>
            <ac:spMk id="26" creationId="{7DA891B2-B242-F94D-F4B7-9CFBE7E4AEE3}"/>
          </ac:spMkLst>
        </pc:spChg>
        <pc:spChg chg="add mod">
          <ac:chgData name="Layman, Lucas M." userId="765a6955-843c-4a07-9fa9-a46adec1c277" providerId="ADAL" clId="{350CCFB3-DB0C-E845-B05D-B0FE63B504DF}" dt="2024-10-23T17:03:35.484" v="307" actId="1038"/>
          <ac:spMkLst>
            <pc:docMk/>
            <pc:sldMk cId="3908862189" sldId="266"/>
            <ac:spMk id="27" creationId="{54FB6CEF-9C82-D386-8A4A-EC61C7D200B2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3" creationId="{24F555B9-A751-720A-522F-4CA3AC7420EF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4" creationId="{B081EEEF-B068-DDB0-DC77-9C64E31CDC5F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7" creationId="{1697F7F6-1690-49C9-53C5-736136029817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8" creationId="{A1F9657B-4530-A0CB-E40D-91B9863B5C20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0" creationId="{37DFA313-8EE8-F5E5-54B4-2E3AB3B2F476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3" creationId="{811294E8-288C-972A-C09E-9FFB6F043321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6" creationId="{A12AC129-18B7-D6CC-0132-C69CDB9F033E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7" creationId="{6E5538AC-C2F5-8FD9-624A-C643F554E7CF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8" creationId="{8FEE478C-7AFC-7DF9-A4F6-13D1E24F3545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56" creationId="{5ED15B7E-F9DD-AB73-A9EC-71B46480AC23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58" creationId="{2B53DEC9-A815-4F65-536D-9A67E8F50097}"/>
          </ac:spMkLst>
        </pc:spChg>
        <pc:grpChg chg="topLvl">
          <ac:chgData name="Layman, Lucas M." userId="765a6955-843c-4a07-9fa9-a46adec1c277" providerId="ADAL" clId="{350CCFB3-DB0C-E845-B05D-B0FE63B504DF}" dt="2024-10-23T16:57:22.728" v="265" actId="478"/>
          <ac:grpSpMkLst>
            <pc:docMk/>
            <pc:sldMk cId="3908862189" sldId="266"/>
            <ac:grpSpMk id="18" creationId="{76EBC6BC-3AF6-A81E-DB87-077F5C0D1157}"/>
          </ac:grpSpMkLst>
        </pc:grpChg>
        <pc:grpChg chg="add">
          <ac:chgData name="Layman, Lucas M." userId="765a6955-843c-4a07-9fa9-a46adec1c277" providerId="ADAL" clId="{350CCFB3-DB0C-E845-B05D-B0FE63B504DF}" dt="2024-10-23T16:57:31.688" v="268" actId="164"/>
          <ac:grpSpMkLst>
            <pc:docMk/>
            <pc:sldMk cId="3908862189" sldId="266"/>
            <ac:grpSpMk id="22" creationId="{CD91EB7C-09C4-8656-D452-E74782AEB199}"/>
          </ac:grpSpMkLst>
        </pc:grpChg>
        <pc:grpChg chg="add">
          <ac:chgData name="Layman, Lucas M." userId="765a6955-843c-4a07-9fa9-a46adec1c277" providerId="ADAL" clId="{350CCFB3-DB0C-E845-B05D-B0FE63B504DF}" dt="2024-10-23T17:03:41.840" v="308" actId="164"/>
          <ac:grpSpMkLst>
            <pc:docMk/>
            <pc:sldMk cId="3908862189" sldId="266"/>
            <ac:grpSpMk id="28" creationId="{23B63B92-576D-A448-708E-01602493A37A}"/>
          </ac:grpSpMkLst>
        </pc:grpChg>
        <pc:grpChg chg="del">
          <ac:chgData name="Layman, Lucas M." userId="765a6955-843c-4a07-9fa9-a46adec1c277" providerId="ADAL" clId="{350CCFB3-DB0C-E845-B05D-B0FE63B504DF}" dt="2024-10-23T16:57:22.728" v="265" actId="478"/>
          <ac:grpSpMkLst>
            <pc:docMk/>
            <pc:sldMk cId="3908862189" sldId="266"/>
            <ac:grpSpMk id="30" creationId="{5339BC9F-35FD-4F6C-A6C0-4A89CD28892D}"/>
          </ac:grpSpMkLst>
        </pc:grpChg>
        <pc:grpChg chg="add 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1" creationId="{6B13EB0E-1628-7869-63BB-C2CD1E577A74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2" creationId="{7DFDE2ED-0AF7-9C68-36C8-848830DEE3D4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5" creationId="{F92F28D8-003C-116A-818A-1FBF5ECAB88D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9" creationId="{D058FF43-D5FD-4DC1-43DA-3D6F6070CCDD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41" creationId="{EFB8F944-794C-2784-8923-859E42FE0ECC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50" creationId="{938FC833-8B5D-B968-DA3C-CAFB32A7EA95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52" creationId="{39E0076D-8C41-3D9D-6096-CC2E602AFBE6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53" creationId="{9F0E4A6D-C26F-538E-40B6-240ACD4A7C0F}"/>
          </ac:grpSpMkLst>
        </pc:grpChg>
        <pc:picChg chg="mod">
          <ac:chgData name="Layman, Lucas M." userId="765a6955-843c-4a07-9fa9-a46adec1c277" providerId="ADAL" clId="{350CCFB3-DB0C-E845-B05D-B0FE63B504DF}" dt="2024-10-23T17:13:08.774" v="310"/>
          <ac:picMkLst>
            <pc:docMk/>
            <pc:sldMk cId="3908862189" sldId="266"/>
            <ac:picMk id="54" creationId="{A024D60D-7CF0-D39D-2D8A-34B0BFC0AD25}"/>
          </ac:picMkLst>
        </pc:picChg>
        <pc:picChg chg="mod">
          <ac:chgData name="Layman, Lucas M." userId="765a6955-843c-4a07-9fa9-a46adec1c277" providerId="ADAL" clId="{350CCFB3-DB0C-E845-B05D-B0FE63B504DF}" dt="2024-10-23T17:13:08.774" v="310"/>
          <ac:picMkLst>
            <pc:docMk/>
            <pc:sldMk cId="3908862189" sldId="266"/>
            <ac:picMk id="55" creationId="{7EB66F16-4FF9-4FA4-6717-2FE5BA64D685}"/>
          </ac:picMkLst>
        </pc:picChg>
        <pc:picChg chg="mod">
          <ac:chgData name="Layman, Lucas M." userId="765a6955-843c-4a07-9fa9-a46adec1c277" providerId="ADAL" clId="{350CCFB3-DB0C-E845-B05D-B0FE63B504DF}" dt="2024-10-23T17:13:08.774" v="310"/>
          <ac:picMkLst>
            <pc:docMk/>
            <pc:sldMk cId="3908862189" sldId="266"/>
            <ac:picMk id="57" creationId="{738B8B4E-80D2-730A-7769-9DAB968CE336}"/>
          </ac:picMkLst>
        </pc:picChg>
        <pc:cxnChg chg="mod">
          <ac:chgData name="Layman, Lucas M." userId="765a6955-843c-4a07-9fa9-a46adec1c277" providerId="ADAL" clId="{350CCFB3-DB0C-E845-B05D-B0FE63B504DF}" dt="2024-10-23T16:57:22.728" v="265" actId="478"/>
          <ac:cxnSpMkLst>
            <pc:docMk/>
            <pc:sldMk cId="3908862189" sldId="266"/>
            <ac:cxnSpMk id="12" creationId="{12BF6120-F05C-07FB-A8DD-959A7C19E152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36" creationId="{53C92E15-39EE-19C2-23FD-69B85DE92813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44" creationId="{70273F88-41A9-B4DD-3FE5-5548F010129D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45" creationId="{0F6136BF-E5BE-18B1-CC14-16902F73E8E0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49" creationId="{E9EA9ADE-D0FC-94ED-A095-AD67424D6421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51" creationId="{CBB8565E-12AB-E8E8-AF79-3461A21B43BA}"/>
          </ac:cxnSpMkLst>
        </pc:cxnChg>
      </pc:sldChg>
      <pc:sldChg chg="addSp modSp add mod">
        <pc:chgData name="Layman, Lucas M." userId="765a6955-843c-4a07-9fa9-a46adec1c277" providerId="ADAL" clId="{350CCFB3-DB0C-E845-B05D-B0FE63B504DF}" dt="2024-10-31T17:17:18.568" v="990" actId="20577"/>
        <pc:sldMkLst>
          <pc:docMk/>
          <pc:sldMk cId="2247832938" sldId="267"/>
        </pc:sldMkLst>
        <pc:spChg chg="mod">
          <ac:chgData name="Layman, Lucas M." userId="765a6955-843c-4a07-9fa9-a46adec1c277" providerId="ADAL" clId="{350CCFB3-DB0C-E845-B05D-B0FE63B504DF}" dt="2024-10-23T16:50:51.744" v="258" actId="6549"/>
          <ac:spMkLst>
            <pc:docMk/>
            <pc:sldMk cId="2247832938" sldId="267"/>
            <ac:spMk id="8" creationId="{257EE770-E853-77BB-1890-E6A946AA53EF}"/>
          </ac:spMkLst>
        </pc:spChg>
        <pc:spChg chg="add mod">
          <ac:chgData name="Layman, Lucas M." userId="765a6955-843c-4a07-9fa9-a46adec1c277" providerId="ADAL" clId="{350CCFB3-DB0C-E845-B05D-B0FE63B504DF}" dt="2024-10-31T17:17:18.568" v="990" actId="20577"/>
          <ac:spMkLst>
            <pc:docMk/>
            <pc:sldMk cId="2247832938" sldId="267"/>
            <ac:spMk id="12" creationId="{CD8AFCA8-3918-9F02-44C6-18A1414E0FB7}"/>
          </ac:spMkLst>
        </pc:spChg>
        <pc:spChg chg="mod">
          <ac:chgData name="Layman, Lucas M." userId="765a6955-843c-4a07-9fa9-a46adec1c277" providerId="ADAL" clId="{350CCFB3-DB0C-E845-B05D-B0FE63B504DF}" dt="2024-10-23T16:51:00.851" v="264" actId="20577"/>
          <ac:spMkLst>
            <pc:docMk/>
            <pc:sldMk cId="2247832938" sldId="267"/>
            <ac:spMk id="26" creationId="{7F85600D-1BA9-CFB4-3E2A-DEDCD2102628}"/>
          </ac:spMkLst>
        </pc:spChg>
      </pc:sldChg>
      <pc:sldChg chg="addSp delSp modSp add del mod">
        <pc:chgData name="Layman, Lucas M." userId="765a6955-843c-4a07-9fa9-a46adec1c277" providerId="ADAL" clId="{350CCFB3-DB0C-E845-B05D-B0FE63B504DF}" dt="2024-10-23T18:13:13.065" v="535" actId="2696"/>
        <pc:sldMkLst>
          <pc:docMk/>
          <pc:sldMk cId="457721068" sldId="268"/>
        </pc:sldMkLst>
        <pc:spChg chg="mod topLvl">
          <ac:chgData name="Layman, Lucas M." userId="765a6955-843c-4a07-9fa9-a46adec1c277" providerId="ADAL" clId="{350CCFB3-DB0C-E845-B05D-B0FE63B504DF}" dt="2024-10-23T18:07:17.117" v="474" actId="1038"/>
          <ac:spMkLst>
            <pc:docMk/>
            <pc:sldMk cId="457721068" sldId="268"/>
            <ac:spMk id="2" creationId="{41A5B4B4-FAAD-F4C0-6E9A-D72C4183523E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4" creationId="{5BF58630-9A10-F65B-8D74-B8EE209F4120}"/>
          </ac:spMkLst>
        </pc:spChg>
        <pc:spChg chg="add mod topLvl">
          <ac:chgData name="Layman, Lucas M." userId="765a6955-843c-4a07-9fa9-a46adec1c277" providerId="ADAL" clId="{350CCFB3-DB0C-E845-B05D-B0FE63B504DF}" dt="2024-10-23T18:07:17.117" v="474" actId="1038"/>
          <ac:spMkLst>
            <pc:docMk/>
            <pc:sldMk cId="457721068" sldId="268"/>
            <ac:spMk id="8" creationId="{F44C4BBE-2F91-4CDA-1E46-70DF414CC918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17" creationId="{F4516BBA-6CFA-906C-9E43-594EB74AC662}"/>
          </ac:spMkLst>
        </pc:spChg>
        <pc:spChg chg="mod 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19" creationId="{AC7ECCD4-9747-E900-9D48-7289310AA627}"/>
          </ac:spMkLst>
        </pc:spChg>
        <pc:spChg chg="mod 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20" creationId="{28CDAF5D-3150-46B5-9333-4548057297C9}"/>
          </ac:spMkLst>
        </pc:spChg>
        <pc:spChg chg="add mod topLvl">
          <ac:chgData name="Layman, Lucas M." userId="765a6955-843c-4a07-9fa9-a46adec1c277" providerId="ADAL" clId="{350CCFB3-DB0C-E845-B05D-B0FE63B504DF}" dt="2024-10-23T18:07:17.117" v="474" actId="1038"/>
          <ac:spMkLst>
            <pc:docMk/>
            <pc:sldMk cId="457721068" sldId="268"/>
            <ac:spMk id="21" creationId="{6738D564-0B46-1A41-B65D-F42CD3366E4C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24" creationId="{57AD8215-8317-EF43-9E7C-1A1D3F971871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26" creationId="{6BD356CF-4C73-76D9-8885-810230C46869}"/>
          </ac:spMkLst>
        </pc:spChg>
        <pc:spChg chg="del">
          <ac:chgData name="Layman, Lucas M." userId="765a6955-843c-4a07-9fa9-a46adec1c277" providerId="ADAL" clId="{350CCFB3-DB0C-E845-B05D-B0FE63B504DF}" dt="2024-10-23T17:13:31.579" v="315" actId="21"/>
          <ac:spMkLst>
            <pc:docMk/>
            <pc:sldMk cId="457721068" sldId="268"/>
            <ac:spMk id="27" creationId="{158C4B70-194C-8D85-D617-1CD78B0D7180}"/>
          </ac:spMkLst>
        </pc:spChg>
        <pc:spChg chg="add mod 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35" creationId="{0404D47B-64E1-F79C-8714-65004C8EEAB9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42" creationId="{6C40B3F6-B1C6-520B-A619-334B10073D22}"/>
          </ac:spMkLst>
        </pc:spChg>
        <pc:grpChg chg="mod topLvl">
          <ac:chgData name="Layman, Lucas M." userId="765a6955-843c-4a07-9fa9-a46adec1c277" providerId="ADAL" clId="{350CCFB3-DB0C-E845-B05D-B0FE63B504DF}" dt="2024-10-23T18:07:17.117" v="474" actId="1038"/>
          <ac:grpSpMkLst>
            <pc:docMk/>
            <pc:sldMk cId="457721068" sldId="268"/>
            <ac:grpSpMk id="13" creationId="{F68CBE5D-C55E-FF52-2333-8510109FF9FD}"/>
          </ac:grpSpMkLst>
        </pc:grpChg>
        <pc:grpChg chg="topLvl">
          <ac:chgData name="Layman, Lucas M." userId="765a6955-843c-4a07-9fa9-a46adec1c277" providerId="ADAL" clId="{350CCFB3-DB0C-E845-B05D-B0FE63B504DF}" dt="2024-10-23T18:07:05.412" v="449" actId="165"/>
          <ac:grpSpMkLst>
            <pc:docMk/>
            <pc:sldMk cId="457721068" sldId="268"/>
            <ac:grpSpMk id="14" creationId="{DC92AA45-CE61-BE94-B6F1-7B99C5501D32}"/>
          </ac:grpSpMkLst>
        </pc:grpChg>
        <pc:grpChg chg="del topLvl">
          <ac:chgData name="Layman, Lucas M." userId="765a6955-843c-4a07-9fa9-a46adec1c277" providerId="ADAL" clId="{350CCFB3-DB0C-E845-B05D-B0FE63B504DF}" dt="2024-10-23T17:15:22.004" v="363" actId="165"/>
          <ac:grpSpMkLst>
            <pc:docMk/>
            <pc:sldMk cId="457721068" sldId="268"/>
            <ac:grpSpMk id="15" creationId="{0D3AAB0E-9C9B-C9F9-0D50-8F31D45C1888}"/>
          </ac:grpSpMkLst>
        </pc:grpChg>
        <pc:grpChg chg="del topLvl">
          <ac:chgData name="Layman, Lucas M." userId="765a6955-843c-4a07-9fa9-a46adec1c277" providerId="ADAL" clId="{350CCFB3-DB0C-E845-B05D-B0FE63B504DF}" dt="2024-10-23T17:15:34.431" v="373" actId="165"/>
          <ac:grpSpMkLst>
            <pc:docMk/>
            <pc:sldMk cId="457721068" sldId="268"/>
            <ac:grpSpMk id="16" creationId="{578BC367-1B27-3D96-61F9-3F22B26C4545}"/>
          </ac:grpSpMkLst>
        </pc:grpChg>
        <pc:grpChg chg="del topLvl">
          <ac:chgData name="Layman, Lucas M." userId="765a6955-843c-4a07-9fa9-a46adec1c277" providerId="ADAL" clId="{350CCFB3-DB0C-E845-B05D-B0FE63B504DF}" dt="2024-10-23T17:15:21.493" v="362" actId="165"/>
          <ac:grpSpMkLst>
            <pc:docMk/>
            <pc:sldMk cId="457721068" sldId="268"/>
            <ac:grpSpMk id="18" creationId="{B31540BC-2352-F22A-199A-5A4AB8196261}"/>
          </ac:grpSpMkLst>
        </pc:grpChg>
        <pc:grpChg chg="del topLvl">
          <ac:chgData name="Layman, Lucas M." userId="765a6955-843c-4a07-9fa9-a46adec1c277" providerId="ADAL" clId="{350CCFB3-DB0C-E845-B05D-B0FE63B504DF}" dt="2024-10-23T17:15:20.792" v="361" actId="165"/>
          <ac:grpSpMkLst>
            <pc:docMk/>
            <pc:sldMk cId="457721068" sldId="268"/>
            <ac:grpSpMk id="22" creationId="{DD32F8B3-64DE-640C-CAC9-8A568826A0F5}"/>
          </ac:grpSpMkLst>
        </pc:grpChg>
        <pc:grpChg chg="del topLvl">
          <ac:chgData name="Layman, Lucas M." userId="765a6955-843c-4a07-9fa9-a46adec1c277" providerId="ADAL" clId="{350CCFB3-DB0C-E845-B05D-B0FE63B504DF}" dt="2024-10-23T17:15:22.671" v="364" actId="165"/>
          <ac:grpSpMkLst>
            <pc:docMk/>
            <pc:sldMk cId="457721068" sldId="268"/>
            <ac:grpSpMk id="23" creationId="{5255525C-E1F0-62E3-0E6A-13D706A298EC}"/>
          </ac:grpSpMkLst>
        </pc:grpChg>
        <pc:grpChg chg="del">
          <ac:chgData name="Layman, Lucas M." userId="765a6955-843c-4a07-9fa9-a46adec1c277" providerId="ADAL" clId="{350CCFB3-DB0C-E845-B05D-B0FE63B504DF}" dt="2024-10-23T17:15:17.133" v="360" actId="165"/>
          <ac:grpSpMkLst>
            <pc:docMk/>
            <pc:sldMk cId="457721068" sldId="268"/>
            <ac:grpSpMk id="28" creationId="{4ADF0DC8-0F0C-EB95-3183-84DAEDEE69C0}"/>
          </ac:grpSpMkLst>
        </pc:grpChg>
        <pc:grpChg chg="add del mod">
          <ac:chgData name="Layman, Lucas M." userId="765a6955-843c-4a07-9fa9-a46adec1c277" providerId="ADAL" clId="{350CCFB3-DB0C-E845-B05D-B0FE63B504DF}" dt="2024-10-23T17:15:34.431" v="373" actId="165"/>
          <ac:grpSpMkLst>
            <pc:docMk/>
            <pc:sldMk cId="457721068" sldId="268"/>
            <ac:grpSpMk id="33" creationId="{3A12EDA0-B225-6A9B-9A98-1B9E2E9F125F}"/>
          </ac:grpSpMkLst>
        </pc:grpChg>
        <pc:grpChg chg="add del">
          <ac:chgData name="Layman, Lucas M." userId="765a6955-843c-4a07-9fa9-a46adec1c277" providerId="ADAL" clId="{350CCFB3-DB0C-E845-B05D-B0FE63B504DF}" dt="2024-10-23T18:07:05.412" v="449" actId="165"/>
          <ac:grpSpMkLst>
            <pc:docMk/>
            <pc:sldMk cId="457721068" sldId="268"/>
            <ac:grpSpMk id="45" creationId="{7D786FC1-FD6D-7AA2-2968-CC3C5FE52B40}"/>
          </ac:grpSpMkLst>
        </pc:grpChg>
        <pc:picChg chg="topLvl">
          <ac:chgData name="Layman, Lucas M." userId="765a6955-843c-4a07-9fa9-a46adec1c277" providerId="ADAL" clId="{350CCFB3-DB0C-E845-B05D-B0FE63B504DF}" dt="2024-10-23T17:15:34.431" v="373" actId="165"/>
          <ac:picMkLst>
            <pc:docMk/>
            <pc:sldMk cId="457721068" sldId="268"/>
            <ac:picMk id="9" creationId="{4A8D7699-2723-A326-D549-B545FC7FE823}"/>
          </ac:picMkLst>
        </pc:picChg>
        <pc:cxnChg chg="mod topLvl">
          <ac:chgData name="Layman, Lucas M." userId="765a6955-843c-4a07-9fa9-a46adec1c277" providerId="ADAL" clId="{350CCFB3-DB0C-E845-B05D-B0FE63B504DF}" dt="2024-10-23T18:07:17.117" v="474" actId="1038"/>
          <ac:cxnSpMkLst>
            <pc:docMk/>
            <pc:sldMk cId="457721068" sldId="268"/>
            <ac:cxnSpMk id="3" creationId="{E75567FD-D54E-96F0-31BE-045FB0783E72}"/>
          </ac:cxnSpMkLst>
        </pc:cxnChg>
        <pc:cxnChg chg="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6" creationId="{E34DCAE0-8B08-BCB9-1DAD-897B9C9C9D2B}"/>
          </ac:cxnSpMkLst>
        </pc:cxnChg>
        <pc:cxnChg chg="mod 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12" creationId="{0828262E-1FA0-FA1B-0E3A-4701DB92B9BC}"/>
          </ac:cxnSpMkLst>
        </pc:cxnChg>
        <pc:cxnChg chg="mod 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25" creationId="{2BA1E2D2-F5F3-15FC-8B22-E4B5A83B37A5}"/>
          </ac:cxnSpMkLst>
        </pc:cxnChg>
        <pc:cxnChg chg="mod 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29" creationId="{D0E07640-013C-B51A-AA8A-EB88783051AB}"/>
          </ac:cxnSpMkLst>
        </pc:cxnChg>
        <pc:cxnChg chg="add mod topLvl">
          <ac:chgData name="Layman, Lucas M." userId="765a6955-843c-4a07-9fa9-a46adec1c277" providerId="ADAL" clId="{350CCFB3-DB0C-E845-B05D-B0FE63B504DF}" dt="2024-10-23T18:07:17.117" v="474" actId="1038"/>
          <ac:cxnSpMkLst>
            <pc:docMk/>
            <pc:sldMk cId="457721068" sldId="268"/>
            <ac:cxnSpMk id="34" creationId="{6CE1341F-98A7-217A-E5D4-5FB7347D5A48}"/>
          </ac:cxnSpMkLst>
        </pc:cxnChg>
      </pc:sldChg>
      <pc:sldChg chg="add del">
        <pc:chgData name="Layman, Lucas M." userId="765a6955-843c-4a07-9fa9-a46adec1c277" providerId="ADAL" clId="{350CCFB3-DB0C-E845-B05D-B0FE63B504DF}" dt="2024-10-23T18:15:58.485" v="643" actId="2696"/>
        <pc:sldMkLst>
          <pc:docMk/>
          <pc:sldMk cId="485160448" sldId="269"/>
        </pc:sldMkLst>
      </pc:sldChg>
      <pc:sldChg chg="addSp delSp modSp add del mod">
        <pc:chgData name="Layman, Lucas M." userId="765a6955-843c-4a07-9fa9-a46adec1c277" providerId="ADAL" clId="{350CCFB3-DB0C-E845-B05D-B0FE63B504DF}" dt="2024-10-23T18:13:13.065" v="535" actId="2696"/>
        <pc:sldMkLst>
          <pc:docMk/>
          <pc:sldMk cId="2708261185" sldId="270"/>
        </pc:sldMkLst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2" creationId="{55F488C3-15F8-6FB5-668A-B9B76E9A158B}"/>
          </ac:spMkLst>
        </pc:spChg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4" creationId="{5F510298-C1DB-5E04-09F8-3D2D206AF38A}"/>
          </ac:spMkLst>
        </pc:spChg>
        <pc:spChg chg="topLvl">
          <ac:chgData name="Layman, Lucas M." userId="765a6955-843c-4a07-9fa9-a46adec1c277" providerId="ADAL" clId="{350CCFB3-DB0C-E845-B05D-B0FE63B504DF}" dt="2024-10-23T18:07:30.321" v="478" actId="165"/>
          <ac:spMkLst>
            <pc:docMk/>
            <pc:sldMk cId="2708261185" sldId="270"/>
            <ac:spMk id="17" creationId="{AF98C6D3-9C6C-491F-20D8-E6CC91014F2C}"/>
          </ac:spMkLst>
        </pc:spChg>
        <pc:spChg chg="del topLvl">
          <ac:chgData name="Layman, Lucas M." userId="765a6955-843c-4a07-9fa9-a46adec1c277" providerId="ADAL" clId="{350CCFB3-DB0C-E845-B05D-B0FE63B504DF}" dt="2024-10-23T18:08:10.613" v="488" actId="478"/>
          <ac:spMkLst>
            <pc:docMk/>
            <pc:sldMk cId="2708261185" sldId="270"/>
            <ac:spMk id="19" creationId="{20204D79-BEE7-FC65-0DCA-0528CA9BD472}"/>
          </ac:spMkLst>
        </pc:spChg>
        <pc:spChg chg="mod topLvl">
          <ac:chgData name="Layman, Lucas M." userId="765a6955-843c-4a07-9fa9-a46adec1c277" providerId="ADAL" clId="{350CCFB3-DB0C-E845-B05D-B0FE63B504DF}" dt="2024-10-23T18:07:52.816" v="486" actId="6549"/>
          <ac:spMkLst>
            <pc:docMk/>
            <pc:sldMk cId="2708261185" sldId="270"/>
            <ac:spMk id="20" creationId="{8C232C1E-77FD-2A53-6596-5E83A0055622}"/>
          </ac:spMkLst>
        </pc:spChg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24" creationId="{F8FA6049-4469-9780-FD27-1B34B0B8ADD3}"/>
          </ac:spMkLst>
        </pc:spChg>
        <pc:spChg chg="topLvl">
          <ac:chgData name="Layman, Lucas M." userId="765a6955-843c-4a07-9fa9-a46adec1c277" providerId="ADAL" clId="{350CCFB3-DB0C-E845-B05D-B0FE63B504DF}" dt="2024-10-23T18:07:27.531" v="476" actId="165"/>
          <ac:spMkLst>
            <pc:docMk/>
            <pc:sldMk cId="2708261185" sldId="270"/>
            <ac:spMk id="26" creationId="{B2D4FD7C-D952-3D07-546B-4C7A84F135EB}"/>
          </ac:spMkLst>
        </pc:spChg>
        <pc:spChg chg="del topLvl">
          <ac:chgData name="Layman, Lucas M." userId="765a6955-843c-4a07-9fa9-a46adec1c277" providerId="ADAL" clId="{350CCFB3-DB0C-E845-B05D-B0FE63B504DF}" dt="2024-10-23T18:07:55.313" v="487" actId="478"/>
          <ac:spMkLst>
            <pc:docMk/>
            <pc:sldMk cId="2708261185" sldId="270"/>
            <ac:spMk id="27" creationId="{79D0BD2C-1FE8-96B9-FA14-28F2BA392767}"/>
          </ac:spMkLst>
        </pc:spChg>
        <pc:spChg chg="add mod">
          <ac:chgData name="Layman, Lucas M." userId="765a6955-843c-4a07-9fa9-a46adec1c277" providerId="ADAL" clId="{350CCFB3-DB0C-E845-B05D-B0FE63B504DF}" dt="2024-10-23T18:07:50.560" v="485"/>
          <ac:spMkLst>
            <pc:docMk/>
            <pc:sldMk cId="2708261185" sldId="270"/>
            <ac:spMk id="31" creationId="{1B757D98-F389-CAD8-DBC5-A6025C1A6485}"/>
          </ac:spMkLst>
        </pc:spChg>
        <pc:spChg chg="add mod">
          <ac:chgData name="Layman, Lucas M." userId="765a6955-843c-4a07-9fa9-a46adec1c277" providerId="ADAL" clId="{350CCFB3-DB0C-E845-B05D-B0FE63B504DF}" dt="2024-10-23T18:07:50.560" v="485"/>
          <ac:spMkLst>
            <pc:docMk/>
            <pc:sldMk cId="2708261185" sldId="270"/>
            <ac:spMk id="32" creationId="{A068D336-3DEC-E942-F408-B15F67460B4C}"/>
          </ac:spMkLst>
        </pc:spChg>
        <pc:spChg chg="add mod">
          <ac:chgData name="Layman, Lucas M." userId="765a6955-843c-4a07-9fa9-a46adec1c277" providerId="ADAL" clId="{350CCFB3-DB0C-E845-B05D-B0FE63B504DF}" dt="2024-10-23T18:10:02.565" v="499" actId="1076"/>
          <ac:spMkLst>
            <pc:docMk/>
            <pc:sldMk cId="2708261185" sldId="270"/>
            <ac:spMk id="35" creationId="{32C64F52-43FC-82B1-DB78-6E234AA81E12}"/>
          </ac:spMkLst>
        </pc:spChg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42" creationId="{534A94A7-228D-236B-9E62-B15D9E0AC11E}"/>
          </ac:spMkLst>
        </pc:spChg>
        <pc:grpChg chg="topLvl">
          <ac:chgData name="Layman, Lucas M." userId="765a6955-843c-4a07-9fa9-a46adec1c277" providerId="ADAL" clId="{350CCFB3-DB0C-E845-B05D-B0FE63B504DF}" dt="2024-10-23T18:07:32.186" v="481" actId="165"/>
          <ac:grpSpMkLst>
            <pc:docMk/>
            <pc:sldMk cId="2708261185" sldId="270"/>
            <ac:grpSpMk id="13" creationId="{0332AC55-48B0-48F4-18D5-6D41F1E939C3}"/>
          </ac:grpSpMkLst>
        </pc:grpChg>
        <pc:grpChg chg="topLvl">
          <ac:chgData name="Layman, Lucas M." userId="765a6955-843c-4a07-9fa9-a46adec1c277" providerId="ADAL" clId="{350CCFB3-DB0C-E845-B05D-B0FE63B504DF}" dt="2024-10-23T18:07:32.186" v="481" actId="165"/>
          <ac:grpSpMkLst>
            <pc:docMk/>
            <pc:sldMk cId="2708261185" sldId="270"/>
            <ac:grpSpMk id="14" creationId="{06E05B2B-79FF-85A2-1BEA-C56B2DD4D250}"/>
          </ac:grpSpMkLst>
        </pc:grpChg>
        <pc:grpChg chg="del topLvl">
          <ac:chgData name="Layman, Lucas M." userId="765a6955-843c-4a07-9fa9-a46adec1c277" providerId="ADAL" clId="{350CCFB3-DB0C-E845-B05D-B0FE63B504DF}" dt="2024-10-23T18:07:30.751" v="479" actId="165"/>
          <ac:grpSpMkLst>
            <pc:docMk/>
            <pc:sldMk cId="2708261185" sldId="270"/>
            <ac:grpSpMk id="15" creationId="{9FEEA067-0CC0-26DE-80F4-483A17F1BA15}"/>
          </ac:grpSpMkLst>
        </pc:grpChg>
        <pc:grpChg chg="del topLvl">
          <ac:chgData name="Layman, Lucas M." userId="765a6955-843c-4a07-9fa9-a46adec1c277" providerId="ADAL" clId="{350CCFB3-DB0C-E845-B05D-B0FE63B504DF}" dt="2024-10-23T18:07:32.186" v="481" actId="165"/>
          <ac:grpSpMkLst>
            <pc:docMk/>
            <pc:sldMk cId="2708261185" sldId="270"/>
            <ac:grpSpMk id="16" creationId="{180F42B5-04B2-6A02-32B8-A032858CB41A}"/>
          </ac:grpSpMkLst>
        </pc:grpChg>
        <pc:grpChg chg="del topLvl">
          <ac:chgData name="Layman, Lucas M." userId="765a6955-843c-4a07-9fa9-a46adec1c277" providerId="ADAL" clId="{350CCFB3-DB0C-E845-B05D-B0FE63B504DF}" dt="2024-10-23T18:07:30.321" v="478" actId="165"/>
          <ac:grpSpMkLst>
            <pc:docMk/>
            <pc:sldMk cId="2708261185" sldId="270"/>
            <ac:grpSpMk id="18" creationId="{DCE380EE-4FB0-F451-362E-CCF9AECD9615}"/>
          </ac:grpSpMkLst>
        </pc:grpChg>
        <pc:grpChg chg="del topLvl">
          <ac:chgData name="Layman, Lucas M." userId="765a6955-843c-4a07-9fa9-a46adec1c277" providerId="ADAL" clId="{350CCFB3-DB0C-E845-B05D-B0FE63B504DF}" dt="2024-10-23T18:07:29.818" v="477" actId="165"/>
          <ac:grpSpMkLst>
            <pc:docMk/>
            <pc:sldMk cId="2708261185" sldId="270"/>
            <ac:grpSpMk id="22" creationId="{6EB2129E-E3B0-6EA4-605A-F8F4F07AEA2E}"/>
          </ac:grpSpMkLst>
        </pc:grpChg>
        <pc:grpChg chg="del topLvl">
          <ac:chgData name="Layman, Lucas M." userId="765a6955-843c-4a07-9fa9-a46adec1c277" providerId="ADAL" clId="{350CCFB3-DB0C-E845-B05D-B0FE63B504DF}" dt="2024-10-23T18:07:31.650" v="480" actId="165"/>
          <ac:grpSpMkLst>
            <pc:docMk/>
            <pc:sldMk cId="2708261185" sldId="270"/>
            <ac:grpSpMk id="23" creationId="{BBE8E0F4-07A3-1C17-A466-C22E5D554592}"/>
          </ac:grpSpMkLst>
        </pc:grpChg>
        <pc:grpChg chg="del">
          <ac:chgData name="Layman, Lucas M." userId="765a6955-843c-4a07-9fa9-a46adec1c277" providerId="ADAL" clId="{350CCFB3-DB0C-E845-B05D-B0FE63B504DF}" dt="2024-10-23T18:07:27.531" v="476" actId="165"/>
          <ac:grpSpMkLst>
            <pc:docMk/>
            <pc:sldMk cId="2708261185" sldId="270"/>
            <ac:grpSpMk id="28" creationId="{A0D393E4-F5F4-D9EE-A1B6-EAA78F5BC493}"/>
          </ac:grpSpMkLst>
        </pc:grpChg>
        <pc:picChg chg="topLvl">
          <ac:chgData name="Layman, Lucas M." userId="765a6955-843c-4a07-9fa9-a46adec1c277" providerId="ADAL" clId="{350CCFB3-DB0C-E845-B05D-B0FE63B504DF}" dt="2024-10-23T18:07:32.186" v="481" actId="165"/>
          <ac:picMkLst>
            <pc:docMk/>
            <pc:sldMk cId="2708261185" sldId="270"/>
            <ac:picMk id="9" creationId="{FD79C42D-AF74-DD9C-2FE4-F6D2A2B67A77}"/>
          </ac:picMkLst>
        </pc:picChg>
        <pc:cxnChg chg="mod topLvl">
          <ac:chgData name="Layman, Lucas M." userId="765a6955-843c-4a07-9fa9-a46adec1c277" providerId="ADAL" clId="{350CCFB3-DB0C-E845-B05D-B0FE63B504DF}" dt="2024-10-23T18:07:36.829" v="482" actId="14100"/>
          <ac:cxnSpMkLst>
            <pc:docMk/>
            <pc:sldMk cId="2708261185" sldId="270"/>
            <ac:cxnSpMk id="3" creationId="{83026487-91E6-3467-47DD-087F60AA50BD}"/>
          </ac:cxnSpMkLst>
        </pc:cxnChg>
        <pc:cxnChg chg="topLvl">
          <ac:chgData name="Layman, Lucas M." userId="765a6955-843c-4a07-9fa9-a46adec1c277" providerId="ADAL" clId="{350CCFB3-DB0C-E845-B05D-B0FE63B504DF}" dt="2024-10-23T18:07:30.751" v="479" actId="165"/>
          <ac:cxnSpMkLst>
            <pc:docMk/>
            <pc:sldMk cId="2708261185" sldId="270"/>
            <ac:cxnSpMk id="6" creationId="{0A4F4612-6DBF-666A-9105-BBE686035770}"/>
          </ac:cxnSpMkLst>
        </pc:cxnChg>
        <pc:cxnChg chg="del topLvl">
          <ac:chgData name="Layman, Lucas M." userId="765a6955-843c-4a07-9fa9-a46adec1c277" providerId="ADAL" clId="{350CCFB3-DB0C-E845-B05D-B0FE63B504DF}" dt="2024-10-23T18:08:11.532" v="489" actId="478"/>
          <ac:cxnSpMkLst>
            <pc:docMk/>
            <pc:sldMk cId="2708261185" sldId="270"/>
            <ac:cxnSpMk id="12" creationId="{CF7C33D0-BA02-7502-8FEA-CBBF6C538AB4}"/>
          </ac:cxnSpMkLst>
        </pc:cxnChg>
        <pc:cxnChg chg="mod topLvl">
          <ac:chgData name="Layman, Lucas M." userId="765a6955-843c-4a07-9fa9-a46adec1c277" providerId="ADAL" clId="{350CCFB3-DB0C-E845-B05D-B0FE63B504DF}" dt="2024-10-23T18:07:39.664" v="483" actId="14100"/>
          <ac:cxnSpMkLst>
            <pc:docMk/>
            <pc:sldMk cId="2708261185" sldId="270"/>
            <ac:cxnSpMk id="25" creationId="{FD49EC28-CF51-F49F-7D8E-A776F2B3AC51}"/>
          </ac:cxnSpMkLst>
        </pc:cxnChg>
        <pc:cxnChg chg="mod topLvl">
          <ac:chgData name="Layman, Lucas M." userId="765a6955-843c-4a07-9fa9-a46adec1c277" providerId="ADAL" clId="{350CCFB3-DB0C-E845-B05D-B0FE63B504DF}" dt="2024-10-23T18:07:42.497" v="484" actId="14100"/>
          <ac:cxnSpMkLst>
            <pc:docMk/>
            <pc:sldMk cId="2708261185" sldId="270"/>
            <ac:cxnSpMk id="29" creationId="{D1EB15A7-0B41-D56B-32AC-1308408A34E6}"/>
          </ac:cxnSpMkLst>
        </pc:cxnChg>
        <pc:cxnChg chg="add mod">
          <ac:chgData name="Layman, Lucas M." userId="765a6955-843c-4a07-9fa9-a46adec1c277" providerId="ADAL" clId="{350CCFB3-DB0C-E845-B05D-B0FE63B504DF}" dt="2024-10-23T18:08:24.868" v="491" actId="14100"/>
          <ac:cxnSpMkLst>
            <pc:docMk/>
            <pc:sldMk cId="2708261185" sldId="270"/>
            <ac:cxnSpMk id="33" creationId="{DCBFC6AD-424F-4813-1E78-5124BC700C66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4T17:03:06.998" v="853" actId="478"/>
        <pc:sldMkLst>
          <pc:docMk/>
          <pc:sldMk cId="3052805884" sldId="271"/>
        </pc:sldMkLst>
        <pc:spChg chg="mod topLvl">
          <ac:chgData name="Layman, Lucas M." userId="765a6955-843c-4a07-9fa9-a46adec1c277" providerId="ADAL" clId="{350CCFB3-DB0C-E845-B05D-B0FE63B504DF}" dt="2024-10-23T18:15:59.421" v="648" actId="20577"/>
          <ac:spMkLst>
            <pc:docMk/>
            <pc:sldMk cId="3052805884" sldId="271"/>
            <ac:spMk id="2" creationId="{9327A783-5725-6711-7905-A48599C3CD1F}"/>
          </ac:spMkLst>
        </pc:spChg>
        <pc:spChg chg="topLvl">
          <ac:chgData name="Layman, Lucas M." userId="765a6955-843c-4a07-9fa9-a46adec1c277" providerId="ADAL" clId="{350CCFB3-DB0C-E845-B05D-B0FE63B504DF}" dt="2024-10-23T18:10:19.220" v="504" actId="165"/>
          <ac:spMkLst>
            <pc:docMk/>
            <pc:sldMk cId="3052805884" sldId="271"/>
            <ac:spMk id="4" creationId="{E63AB7C8-6F72-0A8E-4E53-15E0CF67CBC1}"/>
          </ac:spMkLst>
        </pc:spChg>
        <pc:spChg chg="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10" creationId="{D3DAC7AC-72BE-F996-A597-492C4B8F039C}"/>
          </ac:spMkLst>
        </pc:spChg>
        <pc:spChg chg="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11" creationId="{FE13D22A-8E2C-256F-1E4E-D9650203668D}"/>
          </ac:spMkLst>
        </pc:spChg>
        <pc:spChg chg="topLvl">
          <ac:chgData name="Layman, Lucas M." userId="765a6955-843c-4a07-9fa9-a46adec1c277" providerId="ADAL" clId="{350CCFB3-DB0C-E845-B05D-B0FE63B504DF}" dt="2024-10-23T18:10:19.051" v="503" actId="165"/>
          <ac:spMkLst>
            <pc:docMk/>
            <pc:sldMk cId="3052805884" sldId="271"/>
            <ac:spMk id="17" creationId="{3AA202BF-C956-09B7-779E-1C84B3EEBD40}"/>
          </ac:spMkLst>
        </pc:spChg>
        <pc:spChg chg="del topLvl">
          <ac:chgData name="Layman, Lucas M." userId="765a6955-843c-4a07-9fa9-a46adec1c277" providerId="ADAL" clId="{350CCFB3-DB0C-E845-B05D-B0FE63B504DF}" dt="2024-10-23T18:10:49.338" v="511" actId="478"/>
          <ac:spMkLst>
            <pc:docMk/>
            <pc:sldMk cId="3052805884" sldId="271"/>
            <ac:spMk id="19" creationId="{133BF2BA-4621-3CF3-5042-DCC941BF8651}"/>
          </ac:spMkLst>
        </pc:spChg>
        <pc:spChg chg="add del mod topLvl">
          <ac:chgData name="Layman, Lucas M." userId="765a6955-843c-4a07-9fa9-a46adec1c277" providerId="ADAL" clId="{350CCFB3-DB0C-E845-B05D-B0FE63B504DF}" dt="2024-10-24T17:03:06.998" v="853" actId="478"/>
          <ac:spMkLst>
            <pc:docMk/>
            <pc:sldMk cId="3052805884" sldId="271"/>
            <ac:spMk id="20" creationId="{17A4CCCF-820A-EC56-CDB1-C55D53346C78}"/>
          </ac:spMkLst>
        </pc:spChg>
        <pc:spChg chg="topLvl">
          <ac:chgData name="Layman, Lucas M." userId="765a6955-843c-4a07-9fa9-a46adec1c277" providerId="ADAL" clId="{350CCFB3-DB0C-E845-B05D-B0FE63B504DF}" dt="2024-10-23T18:10:19.220" v="504" actId="165"/>
          <ac:spMkLst>
            <pc:docMk/>
            <pc:sldMk cId="3052805884" sldId="271"/>
            <ac:spMk id="24" creationId="{634B02C2-DCBB-6382-CBE9-2FB88DF432D9}"/>
          </ac:spMkLst>
        </pc:spChg>
        <pc:spChg chg="add del mod 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26" creationId="{B76E90FB-1EBA-2281-6D25-34AEA742AD52}"/>
          </ac:spMkLst>
        </pc:spChg>
        <pc:spChg chg="add del mod 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27" creationId="{82EA4591-6A10-6D30-CDF3-6F1BF4192AB4}"/>
          </ac:spMkLst>
        </pc:spChg>
        <pc:spChg chg="mod topLvl">
          <ac:chgData name="Layman, Lucas M." userId="765a6955-843c-4a07-9fa9-a46adec1c277" providerId="ADAL" clId="{350CCFB3-DB0C-E845-B05D-B0FE63B504DF}" dt="2024-10-23T18:16:00.203" v="651" actId="1037"/>
          <ac:spMkLst>
            <pc:docMk/>
            <pc:sldMk cId="3052805884" sldId="271"/>
            <ac:spMk id="30" creationId="{B070AA3F-F6D0-7F22-57EB-FDB6312ED24D}"/>
          </ac:spMkLst>
        </pc:spChg>
        <pc:spChg chg="mod topLvl">
          <ac:chgData name="Layman, Lucas M." userId="765a6955-843c-4a07-9fa9-a46adec1c277" providerId="ADAL" clId="{350CCFB3-DB0C-E845-B05D-B0FE63B504DF}" dt="2024-10-23T18:16:00.203" v="651" actId="1037"/>
          <ac:spMkLst>
            <pc:docMk/>
            <pc:sldMk cId="3052805884" sldId="271"/>
            <ac:spMk id="31" creationId="{EA18D5EB-07D5-DE27-C728-D034597F032D}"/>
          </ac:spMkLst>
        </pc:spChg>
        <pc:spChg chg="mod topLvl">
          <ac:chgData name="Layman, Lucas M." userId="765a6955-843c-4a07-9fa9-a46adec1c277" providerId="ADAL" clId="{350CCFB3-DB0C-E845-B05D-B0FE63B504DF}" dt="2024-10-23T18:16:00.203" v="651" actId="1037"/>
          <ac:spMkLst>
            <pc:docMk/>
            <pc:sldMk cId="3052805884" sldId="271"/>
            <ac:spMk id="32" creationId="{A807A23F-D9AC-1785-7673-B09BCB70F446}"/>
          </ac:spMkLst>
        </pc:spChg>
        <pc:spChg chg="add mod">
          <ac:chgData name="Layman, Lucas M." userId="765a6955-843c-4a07-9fa9-a46adec1c277" providerId="ADAL" clId="{350CCFB3-DB0C-E845-B05D-B0FE63B504DF}" dt="2024-10-24T17:03:06.619" v="852" actId="6549"/>
          <ac:spMkLst>
            <pc:docMk/>
            <pc:sldMk cId="3052805884" sldId="271"/>
            <ac:spMk id="36" creationId="{6D905D15-BB80-4E90-89D3-0774BC188A81}"/>
          </ac:spMkLst>
        </pc:spChg>
        <pc:spChg chg="topLvl">
          <ac:chgData name="Layman, Lucas M." userId="765a6955-843c-4a07-9fa9-a46adec1c277" providerId="ADAL" clId="{350CCFB3-DB0C-E845-B05D-B0FE63B504DF}" dt="2024-10-23T18:10:19.220" v="504" actId="165"/>
          <ac:spMkLst>
            <pc:docMk/>
            <pc:sldMk cId="3052805884" sldId="271"/>
            <ac:spMk id="42" creationId="{B56C1BE4-F982-CC4D-80F3-AE5678E95214}"/>
          </ac:spMkLst>
        </pc:spChg>
        <pc:grpChg chg="add del mod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8" creationId="{DA16E718-3993-E0A5-CD9F-F315068A434D}"/>
          </ac:grpSpMkLst>
        </pc:grpChg>
        <pc:grpChg chg="del mod topLvl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13" creationId="{8B27E583-F6C1-A629-F12A-72A54E7BDB26}"/>
          </ac:grpSpMkLst>
        </pc:grpChg>
        <pc:grpChg chg="del topLvl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14" creationId="{87CA5406-5488-D12D-5DA8-02D345E20AE7}"/>
          </ac:grpSpMkLst>
        </pc:grpChg>
        <pc:grpChg chg="del topLvl">
          <ac:chgData name="Layman, Lucas M." userId="765a6955-843c-4a07-9fa9-a46adec1c277" providerId="ADAL" clId="{350CCFB3-DB0C-E845-B05D-B0FE63B504DF}" dt="2024-10-23T18:10:19.220" v="504" actId="165"/>
          <ac:grpSpMkLst>
            <pc:docMk/>
            <pc:sldMk cId="3052805884" sldId="271"/>
            <ac:grpSpMk id="15" creationId="{149E77BE-98B2-0740-7922-1B4D94BC4564}"/>
          </ac:grpSpMkLst>
        </pc:grpChg>
        <pc:grpChg chg="del topLvl">
          <ac:chgData name="Layman, Lucas M." userId="765a6955-843c-4a07-9fa9-a46adec1c277" providerId="ADAL" clId="{350CCFB3-DB0C-E845-B05D-B0FE63B504DF}" dt="2024-10-23T18:10:20.005" v="506" actId="165"/>
          <ac:grpSpMkLst>
            <pc:docMk/>
            <pc:sldMk cId="3052805884" sldId="271"/>
            <ac:grpSpMk id="16" creationId="{0662CF42-5FC8-6393-5105-85CD7D1881E9}"/>
          </ac:grpSpMkLst>
        </pc:grpChg>
        <pc:grpChg chg="del topLvl">
          <ac:chgData name="Layman, Lucas M." userId="765a6955-843c-4a07-9fa9-a46adec1c277" providerId="ADAL" clId="{350CCFB3-DB0C-E845-B05D-B0FE63B504DF}" dt="2024-10-23T18:10:19.051" v="503" actId="165"/>
          <ac:grpSpMkLst>
            <pc:docMk/>
            <pc:sldMk cId="3052805884" sldId="271"/>
            <ac:grpSpMk id="18" creationId="{C73EE9FC-41DA-50E0-9045-37F1625F81D9}"/>
          </ac:grpSpMkLst>
        </pc:grpChg>
        <pc:grpChg chg="add del mod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21" creationId="{0EFF9257-40F6-2A69-4D35-99C7B50EF941}"/>
          </ac:grpSpMkLst>
        </pc:grpChg>
        <pc:grpChg chg="del topLvl">
          <ac:chgData name="Layman, Lucas M." userId="765a6955-843c-4a07-9fa9-a46adec1c277" providerId="ADAL" clId="{350CCFB3-DB0C-E845-B05D-B0FE63B504DF}" dt="2024-10-23T18:10:18.853" v="502" actId="165"/>
          <ac:grpSpMkLst>
            <pc:docMk/>
            <pc:sldMk cId="3052805884" sldId="271"/>
            <ac:grpSpMk id="22" creationId="{DAF818DE-2BE6-1208-4E83-BBBCB48004A3}"/>
          </ac:grpSpMkLst>
        </pc:grpChg>
        <pc:grpChg chg="del topLvl">
          <ac:chgData name="Layman, Lucas M." userId="765a6955-843c-4a07-9fa9-a46adec1c277" providerId="ADAL" clId="{350CCFB3-DB0C-E845-B05D-B0FE63B504DF}" dt="2024-10-23T18:10:19.569" v="505" actId="165"/>
          <ac:grpSpMkLst>
            <pc:docMk/>
            <pc:sldMk cId="3052805884" sldId="271"/>
            <ac:grpSpMk id="23" creationId="{0A1B8BDB-EB96-01C1-6151-6FFF53FEBE3B}"/>
          </ac:grpSpMkLst>
        </pc:grpChg>
        <pc:grpChg chg="del">
          <ac:chgData name="Layman, Lucas M." userId="765a6955-843c-4a07-9fa9-a46adec1c277" providerId="ADAL" clId="{350CCFB3-DB0C-E845-B05D-B0FE63B504DF}" dt="2024-10-23T18:10:18.610" v="501" actId="165"/>
          <ac:grpSpMkLst>
            <pc:docMk/>
            <pc:sldMk cId="3052805884" sldId="271"/>
            <ac:grpSpMk id="28" creationId="{D66EF967-384F-6F22-8D62-D5F5FF8110F5}"/>
          </ac:grpSpMkLst>
        </pc:grpChg>
        <pc:grpChg chg="add">
          <ac:chgData name="Layman, Lucas M." userId="765a6955-843c-4a07-9fa9-a46adec1c277" providerId="ADAL" clId="{350CCFB3-DB0C-E845-B05D-B0FE63B504DF}" dt="2024-10-23T18:14:11.332" v="576" actId="164"/>
          <ac:grpSpMkLst>
            <pc:docMk/>
            <pc:sldMk cId="3052805884" sldId="271"/>
            <ac:grpSpMk id="41" creationId="{DF779D4D-2837-44F2-5684-92C5CE46A5D9}"/>
          </ac:grpSpMkLst>
        </pc:grpChg>
        <pc:picChg chg="topLvl">
          <ac:chgData name="Layman, Lucas M." userId="765a6955-843c-4a07-9fa9-a46adec1c277" providerId="ADAL" clId="{350CCFB3-DB0C-E845-B05D-B0FE63B504DF}" dt="2024-10-23T18:14:04.920" v="575" actId="165"/>
          <ac:picMkLst>
            <pc:docMk/>
            <pc:sldMk cId="3052805884" sldId="271"/>
            <ac:picMk id="5" creationId="{B229451D-C186-DBFB-6206-80031CEAA773}"/>
          </ac:picMkLst>
        </pc:picChg>
        <pc:picChg chg="topLvl">
          <ac:chgData name="Layman, Lucas M." userId="765a6955-843c-4a07-9fa9-a46adec1c277" providerId="ADAL" clId="{350CCFB3-DB0C-E845-B05D-B0FE63B504DF}" dt="2024-10-23T18:14:04.920" v="575" actId="165"/>
          <ac:picMkLst>
            <pc:docMk/>
            <pc:sldMk cId="3052805884" sldId="271"/>
            <ac:picMk id="7" creationId="{F775E084-6BFA-1BCB-AAB8-060BA4226EC6}"/>
          </ac:picMkLst>
        </pc:picChg>
        <pc:picChg chg="topLvl">
          <ac:chgData name="Layman, Lucas M." userId="765a6955-843c-4a07-9fa9-a46adec1c277" providerId="ADAL" clId="{350CCFB3-DB0C-E845-B05D-B0FE63B504DF}" dt="2024-10-23T18:10:20.005" v="506" actId="165"/>
          <ac:picMkLst>
            <pc:docMk/>
            <pc:sldMk cId="3052805884" sldId="271"/>
            <ac:picMk id="9" creationId="{223C111F-D00D-3AB4-5B0C-3C11775EC05F}"/>
          </ac:picMkLst>
        </pc:picChg>
        <pc:cxnChg chg="mod topLvl">
          <ac:chgData name="Layman, Lucas M." userId="765a6955-843c-4a07-9fa9-a46adec1c277" providerId="ADAL" clId="{350CCFB3-DB0C-E845-B05D-B0FE63B504DF}" dt="2024-10-23T18:13:58.331" v="573" actId="14100"/>
          <ac:cxnSpMkLst>
            <pc:docMk/>
            <pc:sldMk cId="3052805884" sldId="271"/>
            <ac:cxnSpMk id="3" creationId="{B02B66E3-D905-77B4-244E-FDD7A4CE324C}"/>
          </ac:cxnSpMkLst>
        </pc:cxnChg>
        <pc:cxnChg chg="topLvl">
          <ac:chgData name="Layman, Lucas M." userId="765a6955-843c-4a07-9fa9-a46adec1c277" providerId="ADAL" clId="{350CCFB3-DB0C-E845-B05D-B0FE63B504DF}" dt="2024-10-23T18:10:19.220" v="504" actId="165"/>
          <ac:cxnSpMkLst>
            <pc:docMk/>
            <pc:sldMk cId="3052805884" sldId="271"/>
            <ac:cxnSpMk id="6" creationId="{CD680F99-7FED-4352-AD3D-F8F622BC575C}"/>
          </ac:cxnSpMkLst>
        </pc:cxnChg>
        <pc:cxnChg chg="del topLvl">
          <ac:chgData name="Layman, Lucas M." userId="765a6955-843c-4a07-9fa9-a46adec1c277" providerId="ADAL" clId="{350CCFB3-DB0C-E845-B05D-B0FE63B504DF}" dt="2024-10-23T18:10:47.445" v="510" actId="478"/>
          <ac:cxnSpMkLst>
            <pc:docMk/>
            <pc:sldMk cId="3052805884" sldId="271"/>
            <ac:cxnSpMk id="12" creationId="{837BADEB-CE0E-4F20-401F-BCF71DA64C43}"/>
          </ac:cxnSpMkLst>
        </pc:cxnChg>
        <pc:cxnChg chg="mod topLvl">
          <ac:chgData name="Layman, Lucas M." userId="765a6955-843c-4a07-9fa9-a46adec1c277" providerId="ADAL" clId="{350CCFB3-DB0C-E845-B05D-B0FE63B504DF}" dt="2024-10-23T18:13:55.795" v="572" actId="14100"/>
          <ac:cxnSpMkLst>
            <pc:docMk/>
            <pc:sldMk cId="3052805884" sldId="271"/>
            <ac:cxnSpMk id="25" creationId="{8EE5EAD1-23C3-96FE-9FFB-7BD62DFA602D}"/>
          </ac:cxnSpMkLst>
        </pc:cxnChg>
        <pc:cxnChg chg="mod topLvl">
          <ac:chgData name="Layman, Lucas M." userId="765a6955-843c-4a07-9fa9-a46adec1c277" providerId="ADAL" clId="{350CCFB3-DB0C-E845-B05D-B0FE63B504DF}" dt="2024-10-23T18:14:00.982" v="574" actId="14100"/>
          <ac:cxnSpMkLst>
            <pc:docMk/>
            <pc:sldMk cId="3052805884" sldId="271"/>
            <ac:cxnSpMk id="29" creationId="{479172B1-830D-F262-8FC7-26CDA867A1B5}"/>
          </ac:cxnSpMkLst>
        </pc:cxnChg>
        <pc:cxnChg chg="add mod">
          <ac:chgData name="Layman, Lucas M." userId="765a6955-843c-4a07-9fa9-a46adec1c277" providerId="ADAL" clId="{350CCFB3-DB0C-E845-B05D-B0FE63B504DF}" dt="2024-10-24T17:03:04.861" v="849" actId="14100"/>
          <ac:cxnSpMkLst>
            <pc:docMk/>
            <pc:sldMk cId="3052805884" sldId="271"/>
            <ac:cxnSpMk id="35" creationId="{03EB1717-E868-0576-093D-1B361ADE9A63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4T16:34:35.271" v="809" actId="478"/>
        <pc:sldMkLst>
          <pc:docMk/>
          <pc:sldMk cId="164127823" sldId="272"/>
        </pc:sldMkLst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2" creationId="{3DEC9A73-D446-92CD-D0F2-2BB711908A90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4" creationId="{946BB8F4-1120-4B87-4B2E-E436660B3F95}"/>
          </ac:spMkLst>
        </pc:spChg>
        <pc:spChg chg="add mod topLvl">
          <ac:chgData name="Layman, Lucas M." userId="765a6955-843c-4a07-9fa9-a46adec1c277" providerId="ADAL" clId="{350CCFB3-DB0C-E845-B05D-B0FE63B504DF}" dt="2024-10-24T16:12:30.948" v="767" actId="1076"/>
          <ac:spMkLst>
            <pc:docMk/>
            <pc:sldMk cId="164127823" sldId="272"/>
            <ac:spMk id="8" creationId="{7F294B18-52D3-FC96-CD99-A21248E32C96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10" creationId="{120AD75A-883C-2A11-B011-88064358CF58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11" creationId="{D4BE6C35-E832-6CCA-AEFD-DE79177B675D}"/>
          </ac:spMkLst>
        </pc:spChg>
        <pc:spChg chg="add mod">
          <ac:chgData name="Layman, Lucas M." userId="765a6955-843c-4a07-9fa9-a46adec1c277" providerId="ADAL" clId="{350CCFB3-DB0C-E845-B05D-B0FE63B504DF}" dt="2024-10-24T16:12:20.376" v="749" actId="1076"/>
          <ac:spMkLst>
            <pc:docMk/>
            <pc:sldMk cId="164127823" sldId="272"/>
            <ac:spMk id="16" creationId="{58AC0BAA-6260-10AE-3EA0-CA25A43FD469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17" creationId="{F9EE50F3-5167-2A5A-482D-6EB39D9E1704}"/>
          </ac:spMkLst>
        </pc:spChg>
        <pc:spChg chg="add mod">
          <ac:chgData name="Layman, Lucas M." userId="765a6955-843c-4a07-9fa9-a46adec1c277" providerId="ADAL" clId="{350CCFB3-DB0C-E845-B05D-B0FE63B504DF}" dt="2024-10-24T16:12:34.466" v="768" actId="1076"/>
          <ac:spMkLst>
            <pc:docMk/>
            <pc:sldMk cId="164127823" sldId="272"/>
            <ac:spMk id="18" creationId="{72455F60-4EB1-9DA7-1768-F15B5C3C6E4D}"/>
          </ac:spMkLst>
        </pc:spChg>
        <pc:spChg chg="del mod topLvl">
          <ac:chgData name="Layman, Lucas M." userId="765a6955-843c-4a07-9fa9-a46adec1c277" providerId="ADAL" clId="{350CCFB3-DB0C-E845-B05D-B0FE63B504DF}" dt="2024-10-24T16:11:31.703" v="739" actId="478"/>
          <ac:spMkLst>
            <pc:docMk/>
            <pc:sldMk cId="164127823" sldId="272"/>
            <ac:spMk id="20" creationId="{78D8C74A-3B54-065B-5595-596CB0F9612E}"/>
          </ac:spMkLst>
        </pc:spChg>
        <pc:spChg chg="add mod">
          <ac:chgData name="Layman, Lucas M." userId="765a6955-843c-4a07-9fa9-a46adec1c277" providerId="ADAL" clId="{350CCFB3-DB0C-E845-B05D-B0FE63B504DF}" dt="2024-10-24T16:24:43.081" v="775" actId="6549"/>
          <ac:spMkLst>
            <pc:docMk/>
            <pc:sldMk cId="164127823" sldId="272"/>
            <ac:spMk id="23" creationId="{D548297B-8458-78BF-8A2E-219135A9ACEC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24" creationId="{58BA7527-953A-2DC3-1076-3606C583C8B1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26" creationId="{AE00D2A4-7EB6-8885-2AB6-7D99979E3E19}"/>
          </ac:spMkLst>
        </pc:spChg>
        <pc:spChg chg="del topLvl">
          <ac:chgData name="Layman, Lucas M." userId="765a6955-843c-4a07-9fa9-a46adec1c277" providerId="ADAL" clId="{350CCFB3-DB0C-E845-B05D-B0FE63B504DF}" dt="2024-10-24T16:34:35.271" v="809" actId="478"/>
          <ac:spMkLst>
            <pc:docMk/>
            <pc:sldMk cId="164127823" sldId="272"/>
            <ac:spMk id="27" creationId="{F9977C0B-BF64-DB1D-29D9-C200484989D6}"/>
          </ac:spMkLst>
        </pc:spChg>
        <pc:spChg chg="add mod">
          <ac:chgData name="Layman, Lucas M." userId="765a6955-843c-4a07-9fa9-a46adec1c277" providerId="ADAL" clId="{350CCFB3-DB0C-E845-B05D-B0FE63B504DF}" dt="2024-10-24T16:24:55.396" v="787" actId="1036"/>
          <ac:spMkLst>
            <pc:docMk/>
            <pc:sldMk cId="164127823" sldId="272"/>
            <ac:spMk id="28" creationId="{87FF42A4-CA5E-3881-7C13-EE25696AA467}"/>
          </ac:spMkLst>
        </pc:spChg>
        <pc:spChg chg="mod topLvl">
          <ac:chgData name="Layman, Lucas M." userId="765a6955-843c-4a07-9fa9-a46adec1c277" providerId="ADAL" clId="{350CCFB3-DB0C-E845-B05D-B0FE63B504DF}" dt="2024-10-24T16:12:28.429" v="766" actId="1076"/>
          <ac:spMkLst>
            <pc:docMk/>
            <pc:sldMk cId="164127823" sldId="272"/>
            <ac:spMk id="30" creationId="{4793589A-EA37-AB6A-FA39-15EA0F65A48B}"/>
          </ac:spMkLst>
        </pc:spChg>
        <pc:spChg chg="mod topLvl">
          <ac:chgData name="Layman, Lucas M." userId="765a6955-843c-4a07-9fa9-a46adec1c277" providerId="ADAL" clId="{350CCFB3-DB0C-E845-B05D-B0FE63B504DF}" dt="2024-10-24T16:12:28.429" v="766" actId="1076"/>
          <ac:spMkLst>
            <pc:docMk/>
            <pc:sldMk cId="164127823" sldId="272"/>
            <ac:spMk id="31" creationId="{741C4B53-7297-C29D-5DF6-58CC0C8CECC4}"/>
          </ac:spMkLst>
        </pc:spChg>
        <pc:spChg chg="mod topLvl">
          <ac:chgData name="Layman, Lucas M." userId="765a6955-843c-4a07-9fa9-a46adec1c277" providerId="ADAL" clId="{350CCFB3-DB0C-E845-B05D-B0FE63B504DF}" dt="2024-10-24T16:12:28.429" v="766" actId="1076"/>
          <ac:spMkLst>
            <pc:docMk/>
            <pc:sldMk cId="164127823" sldId="272"/>
            <ac:spMk id="32" creationId="{E776A277-C026-AB00-270D-B990F109F4AC}"/>
          </ac:spMkLst>
        </pc:spChg>
        <pc:spChg chg="mod topLvl">
          <ac:chgData name="Layman, Lucas M." userId="765a6955-843c-4a07-9fa9-a46adec1c277" providerId="ADAL" clId="{350CCFB3-DB0C-E845-B05D-B0FE63B504DF}" dt="2024-10-24T16:19:08.433" v="772" actId="20577"/>
          <ac:spMkLst>
            <pc:docMk/>
            <pc:sldMk cId="164127823" sldId="272"/>
            <ac:spMk id="36" creationId="{460225AD-EDF7-D6EB-4803-08BD01381575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42" creationId="{109C364D-3E9D-848E-D923-C404067DA30A}"/>
          </ac:spMkLst>
        </pc:spChg>
        <pc:grpChg chg="add del">
          <ac:chgData name="Layman, Lucas M." userId="765a6955-843c-4a07-9fa9-a46adec1c277" providerId="ADAL" clId="{350CCFB3-DB0C-E845-B05D-B0FE63B504DF}" dt="2024-10-24T16:10:04.169" v="689" actId="165"/>
          <ac:grpSpMkLst>
            <pc:docMk/>
            <pc:sldMk cId="164127823" sldId="272"/>
            <ac:grpSpMk id="12" creationId="{D29135BE-0587-49F7-597F-22907AD062A8}"/>
          </ac:grpSpMkLst>
        </pc:grpChg>
        <pc:grpChg chg="del mod topLvl">
          <ac:chgData name="Layman, Lucas M." userId="765a6955-843c-4a07-9fa9-a46adec1c277" providerId="ADAL" clId="{350CCFB3-DB0C-E845-B05D-B0FE63B504DF}" dt="2024-10-24T16:10:04.365" v="690" actId="165"/>
          <ac:grpSpMkLst>
            <pc:docMk/>
            <pc:sldMk cId="164127823" sldId="272"/>
            <ac:grpSpMk id="41" creationId="{864D6F66-C3B5-8019-2155-2AE598C7A73A}"/>
          </ac:grpSpMkLst>
        </pc:grpChg>
        <pc:picChg chg="topLvl">
          <ac:chgData name="Layman, Lucas M." userId="765a6955-843c-4a07-9fa9-a46adec1c277" providerId="ADAL" clId="{350CCFB3-DB0C-E845-B05D-B0FE63B504DF}" dt="2024-10-24T16:10:04.365" v="690" actId="165"/>
          <ac:picMkLst>
            <pc:docMk/>
            <pc:sldMk cId="164127823" sldId="272"/>
            <ac:picMk id="5" creationId="{6165C238-3B34-08A9-DB7B-ED5DE1DD3294}"/>
          </ac:picMkLst>
        </pc:picChg>
        <pc:picChg chg="topLvl">
          <ac:chgData name="Layman, Lucas M." userId="765a6955-843c-4a07-9fa9-a46adec1c277" providerId="ADAL" clId="{350CCFB3-DB0C-E845-B05D-B0FE63B504DF}" dt="2024-10-24T16:10:04.365" v="690" actId="165"/>
          <ac:picMkLst>
            <pc:docMk/>
            <pc:sldMk cId="164127823" sldId="272"/>
            <ac:picMk id="7" creationId="{D23993DF-D833-7819-ADF8-EAE4145D787F}"/>
          </ac:picMkLst>
        </pc:picChg>
        <pc:picChg chg="topLvl">
          <ac:chgData name="Layman, Lucas M." userId="765a6955-843c-4a07-9fa9-a46adec1c277" providerId="ADAL" clId="{350CCFB3-DB0C-E845-B05D-B0FE63B504DF}" dt="2024-10-24T16:10:04.365" v="690" actId="165"/>
          <ac:picMkLst>
            <pc:docMk/>
            <pc:sldMk cId="164127823" sldId="272"/>
            <ac:picMk id="9" creationId="{AD6A27A9-F1AA-9743-4857-25A041552EE5}"/>
          </ac:picMkLst>
        </pc:pic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3" creationId="{960917B2-372D-8305-8E7F-92F32BCA4FD8}"/>
          </ac:cxnSpMkLst>
        </pc:cxn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6" creationId="{289544B5-D7DF-9B52-42EE-8980B1303162}"/>
          </ac:cxnSpMkLst>
        </pc:cxnChg>
        <pc:cxnChg chg="add mod">
          <ac:chgData name="Layman, Lucas M." userId="765a6955-843c-4a07-9fa9-a46adec1c277" providerId="ADAL" clId="{350CCFB3-DB0C-E845-B05D-B0FE63B504DF}" dt="2024-10-24T16:12:34.466" v="768" actId="1076"/>
          <ac:cxnSpMkLst>
            <pc:docMk/>
            <pc:sldMk cId="164127823" sldId="272"/>
            <ac:cxnSpMk id="14" creationId="{E4D856B0-0452-88B8-6E69-EF8EC7F5C030}"/>
          </ac:cxnSpMkLst>
        </pc:cxn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25" creationId="{02B13922-024B-4292-B077-58A0BC649C05}"/>
          </ac:cxnSpMkLst>
        </pc:cxn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29" creationId="{F335EB79-D946-D1F2-E0D9-B79E0D78CECA}"/>
          </ac:cxnSpMkLst>
        </pc:cxnChg>
        <pc:cxnChg chg="del mod topLvl">
          <ac:chgData name="Layman, Lucas M." userId="765a6955-843c-4a07-9fa9-a46adec1c277" providerId="ADAL" clId="{350CCFB3-DB0C-E845-B05D-B0FE63B504DF}" dt="2024-10-24T16:12:03.975" v="747" actId="478"/>
          <ac:cxnSpMkLst>
            <pc:docMk/>
            <pc:sldMk cId="164127823" sldId="272"/>
            <ac:cxnSpMk id="35" creationId="{2EF2F8ED-04D7-9C26-5056-41D0BAEFFEE1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4T17:04:54.873" v="885" actId="21"/>
        <pc:sldMkLst>
          <pc:docMk/>
          <pc:sldMk cId="384410931" sldId="273"/>
        </pc:sldMkLst>
        <pc:spChg chg="del">
          <ac:chgData name="Layman, Lucas M." userId="765a6955-843c-4a07-9fa9-a46adec1c277" providerId="ADAL" clId="{350CCFB3-DB0C-E845-B05D-B0FE63B504DF}" dt="2024-10-24T16:33:30.152" v="789" actId="478"/>
          <ac:spMkLst>
            <pc:docMk/>
            <pc:sldMk cId="384410931" sldId="273"/>
            <ac:spMk id="8" creationId="{22B9D9B2-CA06-E967-2186-4FBE26C19A45}"/>
          </ac:spMkLst>
        </pc:spChg>
        <pc:spChg chg="add mod">
          <ac:chgData name="Layman, Lucas M." userId="765a6955-843c-4a07-9fa9-a46adec1c277" providerId="ADAL" clId="{350CCFB3-DB0C-E845-B05D-B0FE63B504DF}" dt="2024-10-24T16:37:20.423" v="838" actId="1038"/>
          <ac:spMkLst>
            <pc:docMk/>
            <pc:sldMk cId="384410931" sldId="273"/>
            <ac:spMk id="15" creationId="{69946A13-A584-0365-D606-B9DF1D54C618}"/>
          </ac:spMkLst>
        </pc:spChg>
        <pc:spChg chg="del">
          <ac:chgData name="Layman, Lucas M." userId="765a6955-843c-4a07-9fa9-a46adec1c277" providerId="ADAL" clId="{350CCFB3-DB0C-E845-B05D-B0FE63B504DF}" dt="2024-10-24T16:33:36.611" v="791" actId="478"/>
          <ac:spMkLst>
            <pc:docMk/>
            <pc:sldMk cId="384410931" sldId="273"/>
            <ac:spMk id="16" creationId="{FE99BEEA-E784-6F02-1C19-254A0A4326EE}"/>
          </ac:spMkLst>
        </pc:spChg>
        <pc:spChg chg="del">
          <ac:chgData name="Layman, Lucas M." userId="765a6955-843c-4a07-9fa9-a46adec1c277" providerId="ADAL" clId="{350CCFB3-DB0C-E845-B05D-B0FE63B504DF}" dt="2024-10-24T16:33:42.107" v="793" actId="478"/>
          <ac:spMkLst>
            <pc:docMk/>
            <pc:sldMk cId="384410931" sldId="273"/>
            <ac:spMk id="18" creationId="{02DED8E0-A8FF-D8C6-38C6-050BC0BA9E65}"/>
          </ac:spMkLst>
        </pc:spChg>
        <pc:spChg chg="add mod">
          <ac:chgData name="Layman, Lucas M." userId="765a6955-843c-4a07-9fa9-a46adec1c277" providerId="ADAL" clId="{350CCFB3-DB0C-E845-B05D-B0FE63B504DF}" dt="2024-10-24T16:34:23.328" v="802" actId="1076"/>
          <ac:spMkLst>
            <pc:docMk/>
            <pc:sldMk cId="384410931" sldId="273"/>
            <ac:spMk id="20" creationId="{537A0012-15C8-FF93-A9FD-7ADEE95AA592}"/>
          </ac:spMkLst>
        </pc:spChg>
        <pc:spChg chg="add mod">
          <ac:chgData name="Layman, Lucas M." userId="765a6955-843c-4a07-9fa9-a46adec1c277" providerId="ADAL" clId="{350CCFB3-DB0C-E845-B05D-B0FE63B504DF}" dt="2024-10-24T16:35:21.778" v="826" actId="20577"/>
          <ac:spMkLst>
            <pc:docMk/>
            <pc:sldMk cId="384410931" sldId="273"/>
            <ac:spMk id="22" creationId="{7348D47C-D368-AD90-8D64-12B1DCE16AE7}"/>
          </ac:spMkLst>
        </pc:spChg>
        <pc:spChg chg="del">
          <ac:chgData name="Layman, Lucas M." userId="765a6955-843c-4a07-9fa9-a46adec1c277" providerId="ADAL" clId="{350CCFB3-DB0C-E845-B05D-B0FE63B504DF}" dt="2024-10-24T16:33:42.107" v="793" actId="478"/>
          <ac:spMkLst>
            <pc:docMk/>
            <pc:sldMk cId="384410931" sldId="273"/>
            <ac:spMk id="23" creationId="{14D1453F-1831-CEFC-1775-5DDC75012844}"/>
          </ac:spMkLst>
        </pc:spChg>
        <pc:spChg chg="del mod">
          <ac:chgData name="Layman, Lucas M." userId="765a6955-843c-4a07-9fa9-a46adec1c277" providerId="ADAL" clId="{350CCFB3-DB0C-E845-B05D-B0FE63B504DF}" dt="2024-10-24T16:34:30.006" v="807" actId="478"/>
          <ac:spMkLst>
            <pc:docMk/>
            <pc:sldMk cId="384410931" sldId="273"/>
            <ac:spMk id="26" creationId="{818CE80D-1099-000C-B6C0-66A0A00EC0D4}"/>
          </ac:spMkLst>
        </pc:spChg>
        <pc:spChg chg="del mod">
          <ac:chgData name="Layman, Lucas M." userId="765a6955-843c-4a07-9fa9-a46adec1c277" providerId="ADAL" clId="{350CCFB3-DB0C-E845-B05D-B0FE63B504DF}" dt="2024-10-24T16:34:27.731" v="805" actId="478"/>
          <ac:spMkLst>
            <pc:docMk/>
            <pc:sldMk cId="384410931" sldId="273"/>
            <ac:spMk id="27" creationId="{4CC33CEB-B164-CF46-6A7C-7AECAB225E69}"/>
          </ac:spMkLst>
        </pc:spChg>
        <pc:spChg chg="del">
          <ac:chgData name="Layman, Lucas M." userId="765a6955-843c-4a07-9fa9-a46adec1c277" providerId="ADAL" clId="{350CCFB3-DB0C-E845-B05D-B0FE63B504DF}" dt="2024-10-24T16:33:42.107" v="793" actId="478"/>
          <ac:spMkLst>
            <pc:docMk/>
            <pc:sldMk cId="384410931" sldId="273"/>
            <ac:spMk id="28" creationId="{BA48D2EC-DC9C-310A-E6EF-E258BCAA13EB}"/>
          </ac:spMkLst>
        </pc:spChg>
        <pc:spChg chg="add mod">
          <ac:chgData name="Layman, Lucas M." userId="765a6955-843c-4a07-9fa9-a46adec1c277" providerId="ADAL" clId="{350CCFB3-DB0C-E845-B05D-B0FE63B504DF}" dt="2024-10-24T16:35:39.852" v="828" actId="1076"/>
          <ac:spMkLst>
            <pc:docMk/>
            <pc:sldMk cId="384410931" sldId="273"/>
            <ac:spMk id="34" creationId="{82D8CE1C-330E-4ECA-FA7F-CAEC35205CD9}"/>
          </ac:spMkLst>
        </pc:spChg>
        <pc:spChg chg="add del mod">
          <ac:chgData name="Layman, Lucas M." userId="765a6955-843c-4a07-9fa9-a46adec1c277" providerId="ADAL" clId="{350CCFB3-DB0C-E845-B05D-B0FE63B504DF}" dt="2024-10-24T17:04:54.873" v="885" actId="21"/>
          <ac:spMkLst>
            <pc:docMk/>
            <pc:sldMk cId="384410931" sldId="273"/>
            <ac:spMk id="35" creationId="{45B1ABFE-DCCE-0588-9E21-35D6176CF7E0}"/>
          </ac:spMkLst>
        </pc:spChg>
        <pc:spChg chg="del">
          <ac:chgData name="Layman, Lucas M." userId="765a6955-843c-4a07-9fa9-a46adec1c277" providerId="ADAL" clId="{350CCFB3-DB0C-E845-B05D-B0FE63B504DF}" dt="2024-10-24T16:33:35.246" v="790" actId="478"/>
          <ac:spMkLst>
            <pc:docMk/>
            <pc:sldMk cId="384410931" sldId="273"/>
            <ac:spMk id="36" creationId="{1AB832A3-E90C-5439-20EB-BEE609DB88CA}"/>
          </ac:spMkLst>
        </pc:spChg>
        <pc:grpChg chg="add mod">
          <ac:chgData name="Layman, Lucas M." userId="765a6955-843c-4a07-9fa9-a46adec1c277" providerId="ADAL" clId="{350CCFB3-DB0C-E845-B05D-B0FE63B504DF}" dt="2024-10-24T16:33:54.221" v="795" actId="1076"/>
          <ac:grpSpMkLst>
            <pc:docMk/>
            <pc:sldMk cId="384410931" sldId="273"/>
            <ac:grpSpMk id="12" creationId="{8D4AEB37-A797-4FA9-F66F-B3D8E1E9ACDD}"/>
          </ac:grpSpMkLst>
        </pc:grpChg>
        <pc:cxnChg chg="add mod">
          <ac:chgData name="Layman, Lucas M." userId="765a6955-843c-4a07-9fa9-a46adec1c277" providerId="ADAL" clId="{350CCFB3-DB0C-E845-B05D-B0FE63B504DF}" dt="2024-10-24T16:34:32.336" v="808" actId="14100"/>
          <ac:cxnSpMkLst>
            <pc:docMk/>
            <pc:sldMk cId="384410931" sldId="273"/>
            <ac:cxnSpMk id="13" creationId="{E107B09D-6FD2-632B-9374-BC3E7B36554A}"/>
          </ac:cxnSpMkLst>
        </pc:cxnChg>
        <pc:cxnChg chg="del mod">
          <ac:chgData name="Layman, Lucas M." userId="765a6955-843c-4a07-9fa9-a46adec1c277" providerId="ADAL" clId="{350CCFB3-DB0C-E845-B05D-B0FE63B504DF}" dt="2024-10-24T16:33:37.488" v="792" actId="478"/>
          <ac:cxnSpMkLst>
            <pc:docMk/>
            <pc:sldMk cId="384410931" sldId="273"/>
            <ac:cxnSpMk id="14" creationId="{CA9DF9E9-BD88-37B1-15CB-A9FF0F87D5F4}"/>
          </ac:cxnSpMkLst>
        </pc:cxnChg>
        <pc:cxnChg chg="add mod">
          <ac:chgData name="Layman, Lucas M." userId="765a6955-843c-4a07-9fa9-a46adec1c277" providerId="ADAL" clId="{350CCFB3-DB0C-E845-B05D-B0FE63B504DF}" dt="2024-10-24T16:34:23.328" v="802" actId="1076"/>
          <ac:cxnSpMkLst>
            <pc:docMk/>
            <pc:sldMk cId="384410931" sldId="273"/>
            <ac:cxnSpMk id="19" creationId="{153CF789-1F28-F57E-A02C-65904D352C90}"/>
          </ac:cxnSpMkLst>
        </pc:cxnChg>
        <pc:cxnChg chg="add mod">
          <ac:chgData name="Layman, Lucas M." userId="765a6955-843c-4a07-9fa9-a46adec1c277" providerId="ADAL" clId="{350CCFB3-DB0C-E845-B05D-B0FE63B504DF}" dt="2024-10-24T16:35:39.852" v="828" actId="1076"/>
          <ac:cxnSpMkLst>
            <pc:docMk/>
            <pc:sldMk cId="384410931" sldId="273"/>
            <ac:cxnSpMk id="33" creationId="{0AC66076-B082-5E4A-1618-0BC8FD526CBD}"/>
          </ac:cxnSpMkLst>
        </pc:cxnChg>
      </pc:sldChg>
      <pc:sldChg chg="addSp delSp modSp add mod ord">
        <pc:chgData name="Layman, Lucas M." userId="765a6955-843c-4a07-9fa9-a46adec1c277" providerId="ADAL" clId="{350CCFB3-DB0C-E845-B05D-B0FE63B504DF}" dt="2024-10-24T17:13:33.017" v="905" actId="20578"/>
        <pc:sldMkLst>
          <pc:docMk/>
          <pc:sldMk cId="2948519412" sldId="274"/>
        </pc:sldMkLst>
        <pc:spChg chg="add del mod">
          <ac:chgData name="Layman, Lucas M." userId="765a6955-843c-4a07-9fa9-a46adec1c277" providerId="ADAL" clId="{350CCFB3-DB0C-E845-B05D-B0FE63B504DF}" dt="2024-10-24T17:03:45.317" v="868" actId="478"/>
          <ac:spMkLst>
            <pc:docMk/>
            <pc:sldMk cId="2948519412" sldId="274"/>
            <ac:spMk id="8" creationId="{A6A54526-0064-16C2-CBED-E7C07ADD6EC7}"/>
          </ac:spMkLst>
        </pc:spChg>
        <pc:spChg chg="add mod">
          <ac:chgData name="Layman, Lucas M." userId="765a6955-843c-4a07-9fa9-a46adec1c277" providerId="ADAL" clId="{350CCFB3-DB0C-E845-B05D-B0FE63B504DF}" dt="2024-10-24T17:04:25.230" v="876" actId="14100"/>
          <ac:spMkLst>
            <pc:docMk/>
            <pc:sldMk cId="2948519412" sldId="274"/>
            <ac:spMk id="14" creationId="{1ABFF8A4-F773-EA6C-0EFD-BDF30CB38FB6}"/>
          </ac:spMkLst>
        </pc:spChg>
        <pc:spChg chg="del">
          <ac:chgData name="Layman, Lucas M." userId="765a6955-843c-4a07-9fa9-a46adec1c277" providerId="ADAL" clId="{350CCFB3-DB0C-E845-B05D-B0FE63B504DF}" dt="2024-10-24T17:03:17.057" v="855" actId="478"/>
          <ac:spMkLst>
            <pc:docMk/>
            <pc:sldMk cId="2948519412" sldId="274"/>
            <ac:spMk id="15" creationId="{0975D288-87BE-1F93-3157-32644EE9601F}"/>
          </ac:spMkLst>
        </pc:spChg>
        <pc:spChg chg="add mod">
          <ac:chgData name="Layman, Lucas M." userId="765a6955-843c-4a07-9fa9-a46adec1c277" providerId="ADAL" clId="{350CCFB3-DB0C-E845-B05D-B0FE63B504DF}" dt="2024-10-24T17:04:30.897" v="879" actId="1076"/>
          <ac:spMkLst>
            <pc:docMk/>
            <pc:sldMk cId="2948519412" sldId="274"/>
            <ac:spMk id="16" creationId="{FD72D920-769D-2A40-7584-EDF800B93830}"/>
          </ac:spMkLst>
        </pc:spChg>
        <pc:spChg chg="add mod">
          <ac:chgData name="Layman, Lucas M." userId="765a6955-843c-4a07-9fa9-a46adec1c277" providerId="ADAL" clId="{350CCFB3-DB0C-E845-B05D-B0FE63B504DF}" dt="2024-10-24T17:05:05.981" v="902" actId="14100"/>
          <ac:spMkLst>
            <pc:docMk/>
            <pc:sldMk cId="2948519412" sldId="274"/>
            <ac:spMk id="18" creationId="{77ADEDB9-E45C-B986-B18A-E851EEFB0A3C}"/>
          </ac:spMkLst>
        </pc:spChg>
        <pc:spChg chg="del">
          <ac:chgData name="Layman, Lucas M." userId="765a6955-843c-4a07-9fa9-a46adec1c277" providerId="ADAL" clId="{350CCFB3-DB0C-E845-B05D-B0FE63B504DF}" dt="2024-10-24T17:03:20.297" v="857" actId="478"/>
          <ac:spMkLst>
            <pc:docMk/>
            <pc:sldMk cId="2948519412" sldId="274"/>
            <ac:spMk id="20" creationId="{4B63F821-6A18-D246-E672-1B92D24D9D22}"/>
          </ac:spMkLst>
        </pc:spChg>
        <pc:spChg chg="del">
          <ac:chgData name="Layman, Lucas M." userId="765a6955-843c-4a07-9fa9-a46adec1c277" providerId="ADAL" clId="{350CCFB3-DB0C-E845-B05D-B0FE63B504DF}" dt="2024-10-24T17:04:33.171" v="880" actId="478"/>
          <ac:spMkLst>
            <pc:docMk/>
            <pc:sldMk cId="2948519412" sldId="274"/>
            <ac:spMk id="34" creationId="{48833089-7AEC-7D33-547B-497D43BA3028}"/>
          </ac:spMkLst>
        </pc:spChg>
        <pc:cxnChg chg="del">
          <ac:chgData name="Layman, Lucas M." userId="765a6955-843c-4a07-9fa9-a46adec1c277" providerId="ADAL" clId="{350CCFB3-DB0C-E845-B05D-B0FE63B504DF}" dt="2024-10-24T17:03:18.383" v="856" actId="478"/>
          <ac:cxnSpMkLst>
            <pc:docMk/>
            <pc:sldMk cId="2948519412" sldId="274"/>
            <ac:cxnSpMk id="13" creationId="{C569E38F-58B5-D8BF-CDED-F58EC3C72F26}"/>
          </ac:cxnSpMkLst>
        </pc:cxnChg>
        <pc:cxnChg chg="del">
          <ac:chgData name="Layman, Lucas M." userId="765a6955-843c-4a07-9fa9-a46adec1c277" providerId="ADAL" clId="{350CCFB3-DB0C-E845-B05D-B0FE63B504DF}" dt="2024-10-24T17:03:21.645" v="858" actId="478"/>
          <ac:cxnSpMkLst>
            <pc:docMk/>
            <pc:sldMk cId="2948519412" sldId="274"/>
            <ac:cxnSpMk id="19" creationId="{16B0E118-C059-5341-05AA-86D43181019D}"/>
          </ac:cxnSpMkLst>
        </pc:cxnChg>
        <pc:cxnChg chg="del">
          <ac:chgData name="Layman, Lucas M." userId="765a6955-843c-4a07-9fa9-a46adec1c277" providerId="ADAL" clId="{350CCFB3-DB0C-E845-B05D-B0FE63B504DF}" dt="2024-10-24T17:04:34.564" v="881" actId="478"/>
          <ac:cxnSpMkLst>
            <pc:docMk/>
            <pc:sldMk cId="2948519412" sldId="274"/>
            <ac:cxnSpMk id="33" creationId="{CDE43EC9-7174-799C-AC23-F5B3644A6659}"/>
          </ac:cxnSpMkLst>
        </pc:cxnChg>
      </pc:sldChg>
      <pc:sldChg chg="addSp modSp add mod ord">
        <pc:chgData name="Layman, Lucas M." userId="765a6955-843c-4a07-9fa9-a46adec1c277" providerId="ADAL" clId="{350CCFB3-DB0C-E845-B05D-B0FE63B504DF}" dt="2024-10-24T17:15:04.103" v="916" actId="1076"/>
        <pc:sldMkLst>
          <pc:docMk/>
          <pc:sldMk cId="4108012862" sldId="275"/>
        </pc:sldMkLst>
        <pc:spChg chg="add mod">
          <ac:chgData name="Layman, Lucas M." userId="765a6955-843c-4a07-9fa9-a46adec1c277" providerId="ADAL" clId="{350CCFB3-DB0C-E845-B05D-B0FE63B504DF}" dt="2024-10-24T17:15:01.018" v="915" actId="1076"/>
          <ac:spMkLst>
            <pc:docMk/>
            <pc:sldMk cId="4108012862" sldId="275"/>
            <ac:spMk id="12" creationId="{57E185DB-6D17-FB05-DCE6-BE7BF99410CA}"/>
          </ac:spMkLst>
        </pc:spChg>
        <pc:spChg chg="add mod">
          <ac:chgData name="Layman, Lucas M." userId="765a6955-843c-4a07-9fa9-a46adec1c277" providerId="ADAL" clId="{350CCFB3-DB0C-E845-B05D-B0FE63B504DF}" dt="2024-10-24T17:15:04.103" v="916" actId="1076"/>
          <ac:spMkLst>
            <pc:docMk/>
            <pc:sldMk cId="4108012862" sldId="275"/>
            <ac:spMk id="13" creationId="{4B70A245-C886-B48B-B3EA-A931A5F2FD71}"/>
          </ac:spMkLst>
        </pc:spChg>
        <pc:spChg chg="add mod">
          <ac:chgData name="Layman, Lucas M." userId="765a6955-843c-4a07-9fa9-a46adec1c277" providerId="ADAL" clId="{350CCFB3-DB0C-E845-B05D-B0FE63B504DF}" dt="2024-10-24T17:15:04.103" v="916" actId="1076"/>
          <ac:spMkLst>
            <pc:docMk/>
            <pc:sldMk cId="4108012862" sldId="275"/>
            <ac:spMk id="15" creationId="{24971941-65C9-F0EB-80C2-690EC429284C}"/>
          </ac:spMkLst>
        </pc:spChg>
        <pc:spChg chg="mod">
          <ac:chgData name="Layman, Lucas M." userId="765a6955-843c-4a07-9fa9-a46adec1c277" providerId="ADAL" clId="{350CCFB3-DB0C-E845-B05D-B0FE63B504DF}" dt="2024-10-24T17:14:57.129" v="914" actId="20577"/>
          <ac:spMkLst>
            <pc:docMk/>
            <pc:sldMk cId="4108012862" sldId="275"/>
            <ac:spMk id="36" creationId="{577AE612-DE61-C174-95CC-4B4394A096C8}"/>
          </ac:spMkLst>
        </pc:spChg>
      </pc:sldChg>
      <pc:sldChg chg="addSp delSp modSp add del mod">
        <pc:chgData name="Layman, Lucas M." userId="765a6955-843c-4a07-9fa9-a46adec1c277" providerId="ADAL" clId="{350CCFB3-DB0C-E845-B05D-B0FE63B504DF}" dt="2024-10-31T17:18:04.529" v="995" actId="2696"/>
        <pc:sldMkLst>
          <pc:docMk/>
          <pc:sldMk cId="3475987898" sldId="276"/>
        </pc:sldMkLst>
        <pc:spChg chg="del">
          <ac:chgData name="Layman, Lucas M." userId="765a6955-843c-4a07-9fa9-a46adec1c277" providerId="ADAL" clId="{350CCFB3-DB0C-E845-B05D-B0FE63B504DF}" dt="2024-10-31T17:17:56.593" v="992" actId="478"/>
          <ac:spMkLst>
            <pc:docMk/>
            <pc:sldMk cId="3475987898" sldId="276"/>
            <ac:spMk id="12" creationId="{5B630844-A4E9-35C9-5A24-442406DA743A}"/>
          </ac:spMkLst>
        </pc:spChg>
        <pc:spChg chg="add del mod">
          <ac:chgData name="Layman, Lucas M." userId="765a6955-843c-4a07-9fa9-a46adec1c277" providerId="ADAL" clId="{350CCFB3-DB0C-E845-B05D-B0FE63B504DF}" dt="2024-10-31T17:18:00.290" v="994" actId="478"/>
          <ac:spMkLst>
            <pc:docMk/>
            <pc:sldMk cId="3475987898" sldId="276"/>
            <ac:spMk id="19" creationId="{129B6C84-3042-FC30-37FF-FF969798B2A9}"/>
          </ac:spMkLst>
        </pc:spChg>
      </pc:sldChg>
      <pc:sldChg chg="addSp delSp modSp add del mod">
        <pc:chgData name="Layman, Lucas M." userId="765a6955-843c-4a07-9fa9-a46adec1c277" providerId="ADAL" clId="{350CCFB3-DB0C-E845-B05D-B0FE63B504DF}" dt="2024-10-24T17:14:37.360" v="910" actId="2696"/>
        <pc:sldMkLst>
          <pc:docMk/>
          <pc:sldMk cId="3963860789" sldId="276"/>
        </pc:sldMkLst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8" creationId="{A7526A1D-84CA-9AA5-F856-29A7D0CA164B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13" creationId="{34A1D7D0-7BB9-BC98-AC0E-DF092E0969EF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15" creationId="{BF7090E3-F640-08E1-6B09-0F7CB38AC35A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19" creationId="{524C3304-D70B-8644-724C-46C7DB984ECC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20" creationId="{564C7A9B-AD88-E97B-7F21-75FA25CB1F67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21" creationId="{8EB9574E-176A-7C1B-8F23-B75E9DEABB87}"/>
          </ac:spMkLst>
        </pc:spChg>
        <pc:spChg chg="add mod">
          <ac:chgData name="Layman, Lucas M." userId="765a6955-843c-4a07-9fa9-a46adec1c277" providerId="ADAL" clId="{350CCFB3-DB0C-E845-B05D-B0FE63B504DF}" dt="2024-10-24T17:14:15.461" v="909"/>
          <ac:spMkLst>
            <pc:docMk/>
            <pc:sldMk cId="3963860789" sldId="276"/>
            <ac:spMk id="23" creationId="{D100706B-580B-DBCB-F723-0FB3567BDCE3}"/>
          </ac:spMkLst>
        </pc:spChg>
        <pc:grpChg chg="del">
          <ac:chgData name="Layman, Lucas M." userId="765a6955-843c-4a07-9fa9-a46adec1c277" providerId="ADAL" clId="{350CCFB3-DB0C-E845-B05D-B0FE63B504DF}" dt="2024-10-24T17:14:06.591" v="907" actId="478"/>
          <ac:grpSpMkLst>
            <pc:docMk/>
            <pc:sldMk cId="3963860789" sldId="276"/>
            <ac:grpSpMk id="12" creationId="{955E113E-9266-DD13-BB07-97A89FA0067F}"/>
          </ac:grpSpMkLst>
        </pc:grpChg>
      </pc:sldChg>
      <pc:sldChg chg="addSp modSp add del mod">
        <pc:chgData name="Layman, Lucas M." userId="765a6955-843c-4a07-9fa9-a46adec1c277" providerId="ADAL" clId="{350CCFB3-DB0C-E845-B05D-B0FE63B504DF}" dt="2024-10-31T17:15:50.894" v="975" actId="2696"/>
        <pc:sldMkLst>
          <pc:docMk/>
          <pc:sldMk cId="4042084618" sldId="276"/>
        </pc:sldMkLst>
        <pc:spChg chg="mod">
          <ac:chgData name="Layman, Lucas M." userId="765a6955-843c-4a07-9fa9-a46adec1c277" providerId="ADAL" clId="{350CCFB3-DB0C-E845-B05D-B0FE63B504DF}" dt="2024-10-31T17:13:05.069" v="932" actId="20577"/>
          <ac:spMkLst>
            <pc:docMk/>
            <pc:sldMk cId="4042084618" sldId="276"/>
            <ac:spMk id="8" creationId="{05929DB5-1D78-C9F7-42DB-88E1B638E6D9}"/>
          </ac:spMkLst>
        </pc:spChg>
        <pc:spChg chg="add mod">
          <ac:chgData name="Layman, Lucas M." userId="765a6955-843c-4a07-9fa9-a46adec1c277" providerId="ADAL" clId="{350CCFB3-DB0C-E845-B05D-B0FE63B504DF}" dt="2024-10-31T17:13:35.241" v="972" actId="1036"/>
          <ac:spMkLst>
            <pc:docMk/>
            <pc:sldMk cId="4042084618" sldId="276"/>
            <ac:spMk id="12" creationId="{30E279D6-A21D-58D2-64B7-0776CCCED39A}"/>
          </ac:spMkLst>
        </pc:spChg>
        <pc:spChg chg="add mod">
          <ac:chgData name="Layman, Lucas M." userId="765a6955-843c-4a07-9fa9-a46adec1c277" providerId="ADAL" clId="{350CCFB3-DB0C-E845-B05D-B0FE63B504DF}" dt="2024-10-31T17:13:20.323" v="970" actId="20577"/>
          <ac:spMkLst>
            <pc:docMk/>
            <pc:sldMk cId="4042084618" sldId="276"/>
            <ac:spMk id="19" creationId="{012B6CE1-066D-B926-EC2B-C963FD793BF0}"/>
          </ac:spMkLst>
        </pc:spChg>
        <pc:grpChg chg="add">
          <ac:chgData name="Layman, Lucas M." userId="765a6955-843c-4a07-9fa9-a46adec1c277" providerId="ADAL" clId="{350CCFB3-DB0C-E845-B05D-B0FE63B504DF}" dt="2024-10-31T17:13:44.612" v="973" actId="164"/>
          <ac:grpSpMkLst>
            <pc:docMk/>
            <pc:sldMk cId="4042084618" sldId="276"/>
            <ac:grpSpMk id="20" creationId="{84376E5F-1840-14ED-11B1-75F037C74F1E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C877-7BC3-0E87-83CC-317BD0821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8F156-93FD-1F37-EEC1-C521F7DD0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A75CE-2121-EB56-D053-E9CB6021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94F61-390E-7910-07D9-AEF85333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BCAE2-278B-8CF4-EC6C-D555FB93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797D-E344-09A6-D904-7FBC1773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2CC3-14FF-5EC8-B7AE-5669EB06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AD29-157B-99BB-E706-7C993076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EB190-C98E-C72E-145D-A0565CC3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1EEED-82B9-8B59-1266-98333E67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4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CB0C-1915-418F-A487-2C418F62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7F7B9-1DDC-870E-3F08-7D63E266E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24A8-00E8-6C08-9087-B30905A9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91FDA-7ABA-FBAA-2F9A-612AA041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22084-C028-08F9-AD0F-5A060A00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3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EB96-01FC-906E-2FE8-70A70AE2E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BA703-BE46-EC9C-353A-2B263AF73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146D7-388A-5531-C6A6-705342BD6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A73D7-8C30-1EC9-161D-A7FACF1F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7930B-9978-7971-18A0-F65B99AD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47526-7E70-56C2-9173-D13227C1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8F4D-2090-1933-B1A4-6002DDBB8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D5C61-29CD-D68E-E7E6-E2DD0305B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D6BA0-54AD-C011-FC79-9BD01F2F0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69BAC-F82D-5B4E-26D6-B6E995E9C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E337B-0303-43B1-B344-688489AC1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A9CB9-73AF-5D6D-BFDF-B896BCCE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AF399-A579-BEC8-5BF7-700A5488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55F11-B806-ADDD-0C37-39D82403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8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836C-5B2D-A373-CC67-389D69B0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D2BD1-310B-9E86-BB5A-CC218791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8A18E-83DF-CE9F-2382-66A0F902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9CBCF-F388-C736-FD69-92345FC4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66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135BC-92BE-F6DD-EE95-F6E1F3BC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81CA2-43A5-73C1-D741-24D6FFCB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ADB2E-33CC-457E-112E-17095E9F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9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2D2A-B1B3-A9A4-413F-7A52E6DC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6E7B-93D1-3054-18E3-73AD98397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801A4-DB27-9457-8A9A-E08F29DCD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194DD-309B-87F8-CB36-E766AD6B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0EAE6-B1A9-0130-E276-DF7DAC59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999AF-D40E-AF1C-2D39-17BE8FD4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3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F671-31B6-E23C-B056-86D95088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DC667-1F53-AF2B-5DF1-204056952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E3AB1-F6AD-9E3C-45AE-8A5898C99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F52DB-B382-1C1B-BE5B-907C9828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EEDF4-75FA-F532-FC15-A0878297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3007-8BF7-88EB-E251-18F64BE2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2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D0019-0425-1D59-42F0-CB330425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1CBD7-6255-8FA5-077B-46732C675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0C408-0C53-A384-9099-3867FDC5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AF5DF-7428-AC6E-0433-985F4183A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E4A-4E16-8AFA-1D84-B9083BBE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1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FF037-BC7E-B240-5F63-018261EA4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9BD12-27FB-7ACB-BA03-AE380FD3A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AD381-C94F-3FC7-9471-96ADF23F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7BF3A-0FF8-9F78-5A48-0A432405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68BCB-0CB6-1319-5CF9-9AA7114A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8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05FD57-9ADC-DE81-83EE-038C3123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56196-B3A3-6169-97A0-7EA1AB2EB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93FE1-5C85-DFD0-A7BE-C23204F5C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5F88C-77C7-9A4D-8151-E864B30BC8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1E72B-1ECB-F653-ADEB-69BA63908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79199-A94A-9FCF-B985-4D6621DB1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535610A-1572-CAD1-5DCE-7D5DBBC04D59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7A0795-F002-71E7-F265-7F7D05CE5DB7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A6B569E9-A480-23AD-EFAE-B4EEFFAB9C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FE0751-CD29-886C-FF82-DE07324499CE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DBC5D1-DC68-225D-67A9-FCA77AC53FCD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CBF7FC04-93D2-F40C-8ACC-F0DA04A32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AD96ED-DBF1-6B93-9415-4FEFC9C2D76F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8136D33-4B79-7894-9DB3-ECA103418484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324728BE-260C-D6EF-5D03-226DFE7F6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D01F5B-BE9F-D0DB-049A-0A307F830830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464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E126-608D-F8C1-242B-4835912FF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3BFF3D7-ED1C-557B-B07B-7E0BDA57154E}"/>
              </a:ext>
            </a:extLst>
          </p:cNvPr>
          <p:cNvGrpSpPr/>
          <p:nvPr/>
        </p:nvGrpSpPr>
        <p:grpSpPr>
          <a:xfrm>
            <a:off x="1527325" y="646568"/>
            <a:ext cx="8650469" cy="1641413"/>
            <a:chOff x="1527325" y="646568"/>
            <a:chExt cx="8650469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764B65-F4B1-4DD5-7455-B37A78C02D23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9FE4CFCA-95C4-18E6-08ED-8DC07D962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4B749-6850-F49D-8A1F-3674F620B03A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FDBE4345-CB08-2590-6916-50E56CA75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89164" y="916381"/>
              <a:ext cx="1371600" cy="1371600"/>
            </a:xfrm>
            <a:prstGeom prst="rect">
              <a:avLst/>
            </a:prstGeom>
          </p:spPr>
        </p:pic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BDC4AB16-4F92-2B29-BB8D-7FB3AF9CC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06194" y="916381"/>
              <a:ext cx="1371600" cy="13716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EFFD60-9EF8-918A-9AB5-F728E8D9A692}"/>
              </a:ext>
            </a:extLst>
          </p:cNvPr>
          <p:cNvSpPr txBox="1"/>
          <p:nvPr/>
        </p:nvSpPr>
        <p:spPr>
          <a:xfrm>
            <a:off x="1708249" y="1374941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90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C7A2-293C-A1F2-4228-689FE674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89096C7-568B-2C8A-8EC3-48A81C05976F}"/>
              </a:ext>
            </a:extLst>
          </p:cNvPr>
          <p:cNvGrpSpPr/>
          <p:nvPr/>
        </p:nvGrpSpPr>
        <p:grpSpPr>
          <a:xfrm>
            <a:off x="1527325" y="646568"/>
            <a:ext cx="8650469" cy="1641413"/>
            <a:chOff x="1527325" y="646568"/>
            <a:chExt cx="8650469" cy="164141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089036F-0C49-E9CD-E9BB-7D29BA977AFA}"/>
                </a:ext>
              </a:extLst>
            </p:cNvPr>
            <p:cNvGrpSpPr/>
            <p:nvPr/>
          </p:nvGrpSpPr>
          <p:grpSpPr>
            <a:xfrm>
              <a:off x="1527325" y="646568"/>
              <a:ext cx="8650469" cy="1641413"/>
              <a:chOff x="1527325" y="646568"/>
              <a:chExt cx="8650469" cy="16414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FF2C416-05F4-E7E2-E34D-76F1983A785A}"/>
                  </a:ext>
                </a:extLst>
              </p:cNvPr>
              <p:cNvGrpSpPr/>
              <p:nvPr/>
            </p:nvGrpSpPr>
            <p:grpSpPr>
              <a:xfrm>
                <a:off x="1527325" y="646568"/>
                <a:ext cx="1371600" cy="1641413"/>
                <a:chOff x="1527325" y="646568"/>
                <a:chExt cx="1371600" cy="1641413"/>
              </a:xfrm>
            </p:grpSpPr>
            <p:pic>
              <p:nvPicPr>
                <p:cNvPr id="5" name="Graphic 4" descr="Folder outline">
                  <a:extLst>
                    <a:ext uri="{FF2B5EF4-FFF2-40B4-BE49-F238E27FC236}">
                      <a16:creationId xmlns:a16="http://schemas.microsoft.com/office/drawing/2014/main" id="{1D433D05-5CB5-A79A-FCEF-683525D1FF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7325" y="916381"/>
                  <a:ext cx="1371600" cy="1371600"/>
                </a:xfrm>
                <a:prstGeom prst="rect">
                  <a:avLst/>
                </a:prstGeom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630679D-A85B-A6D5-67C7-3B8EA7F75EFE}"/>
                    </a:ext>
                  </a:extLst>
                </p:cNvPr>
                <p:cNvSpPr txBox="1"/>
                <p:nvPr/>
              </p:nvSpPr>
              <p:spPr>
                <a:xfrm>
                  <a:off x="1560190" y="646568"/>
                  <a:ext cx="13058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Workspace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8FC729E-F6ED-06E5-8586-FCD1C3B20B84}"/>
                  </a:ext>
                </a:extLst>
              </p:cNvPr>
              <p:cNvGrpSpPr/>
              <p:nvPr/>
            </p:nvGrpSpPr>
            <p:grpSpPr>
              <a:xfrm>
                <a:off x="4751506" y="646568"/>
                <a:ext cx="1846916" cy="1641413"/>
                <a:chOff x="5302429" y="646568"/>
                <a:chExt cx="1846916" cy="1641413"/>
              </a:xfrm>
            </p:grpSpPr>
            <p:pic>
              <p:nvPicPr>
                <p:cNvPr id="7" name="Graphic 6" descr="Database outline">
                  <a:extLst>
                    <a:ext uri="{FF2B5EF4-FFF2-40B4-BE49-F238E27FC236}">
                      <a16:creationId xmlns:a16="http://schemas.microsoft.com/office/drawing/2014/main" id="{D4D0461A-3A02-1DFB-4D1E-5E6BDC3321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40087" y="916381"/>
                  <a:ext cx="1371600" cy="1371600"/>
                </a:xfrm>
                <a:prstGeom prst="rect">
                  <a:avLst/>
                </a:prstGeom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B028E84-85AD-612D-106C-06727338E305}"/>
                    </a:ext>
                  </a:extLst>
                </p:cNvPr>
                <p:cNvSpPr txBox="1"/>
                <p:nvPr/>
              </p:nvSpPr>
              <p:spPr>
                <a:xfrm>
                  <a:off x="5302429" y="646568"/>
                  <a:ext cx="18469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Local Repository</a:t>
                  </a:r>
                </a:p>
              </p:txBody>
            </p:sp>
          </p:grpSp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5D8AC35B-CFD3-C970-B5B6-B967B1DE19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74B51F-5436-03BD-B6E4-3B130A376436}"/>
                </a:ext>
              </a:extLst>
            </p:cNvPr>
            <p:cNvSpPr txBox="1"/>
            <p:nvPr/>
          </p:nvSpPr>
          <p:spPr>
            <a:xfrm>
              <a:off x="1708249" y="1374941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657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C4575-D6ED-608A-9837-9D73062C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375FFF-F0B8-7107-7F2F-8ED09434B355}"/>
              </a:ext>
            </a:extLst>
          </p:cNvPr>
          <p:cNvGrpSpPr/>
          <p:nvPr/>
        </p:nvGrpSpPr>
        <p:grpSpPr>
          <a:xfrm>
            <a:off x="1527325" y="646568"/>
            <a:ext cx="8650469" cy="1641413"/>
            <a:chOff x="1527325" y="646568"/>
            <a:chExt cx="8650469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8995C00-A175-1053-ED54-F88ED1DE4611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05B746FC-5B91-B1ED-1D4A-0357914888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A6BBC6-4E6C-6B62-A824-B8607FA71FBF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2301B8-69E0-DFF0-93A3-9641648280C6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0BF829AB-59EA-6C2B-341B-3F9E2D88B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06960B-03CB-4339-FECE-7D5F494DE8C2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FC53BF7E-1A9E-C16A-ABEA-6CCA2200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06194" y="916381"/>
              <a:ext cx="1371600" cy="1371600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05CDB3-4FAD-35E7-E7C1-7E9E6E512909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199848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133221E-7E3F-A868-5185-241D1CCB84C6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D3BC02-7DC7-DCF1-67AE-B5CE079A5C84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153930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66EA7E-F0BC-167C-DD4D-17E99CD1B7E9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E349904-66CA-EAA6-C812-C107CD588519}"/>
              </a:ext>
            </a:extLst>
          </p:cNvPr>
          <p:cNvCxnSpPr/>
          <p:nvPr/>
        </p:nvCxnSpPr>
        <p:spPr>
          <a:xfrm>
            <a:off x="2196445" y="3246168"/>
            <a:ext cx="1570004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997CD81-DF3D-75BA-B55F-3E1EB78E2701}"/>
              </a:ext>
            </a:extLst>
          </p:cNvPr>
          <p:cNvSpPr txBox="1"/>
          <p:nvPr/>
        </p:nvSpPr>
        <p:spPr>
          <a:xfrm>
            <a:off x="2359394" y="290511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E88B7FC-EB49-A0CE-03B8-1527FB319B70}"/>
              </a:ext>
            </a:extLst>
          </p:cNvPr>
          <p:cNvCxnSpPr>
            <a:cxnSpLocks/>
          </p:cNvCxnSpPr>
          <p:nvPr/>
        </p:nvCxnSpPr>
        <p:spPr>
          <a:xfrm>
            <a:off x="3766449" y="3246168"/>
            <a:ext cx="190848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37C825E-0E85-7C5F-A973-8ADD71D881E5}"/>
              </a:ext>
            </a:extLst>
          </p:cNvPr>
          <p:cNvSpPr txBox="1"/>
          <p:nvPr/>
        </p:nvSpPr>
        <p:spPr>
          <a:xfrm>
            <a:off x="3792546" y="2905117"/>
            <a:ext cx="171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79F41A-365F-0B5D-D90E-3030256C9F04}"/>
              </a:ext>
            </a:extLst>
          </p:cNvPr>
          <p:cNvSpPr txBox="1"/>
          <p:nvPr/>
        </p:nvSpPr>
        <p:spPr>
          <a:xfrm>
            <a:off x="5740270" y="2812784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99E95F-4E4B-46E9-A586-924AE2AA8621}"/>
              </a:ext>
            </a:extLst>
          </p:cNvPr>
          <p:cNvSpPr txBox="1"/>
          <p:nvPr/>
        </p:nvSpPr>
        <p:spPr>
          <a:xfrm>
            <a:off x="1708249" y="1374941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9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E28F-2DF9-0B21-0C8C-5097FF5B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B92371-C06F-1A7D-AC3B-FB50B39063B5}"/>
              </a:ext>
            </a:extLst>
          </p:cNvPr>
          <p:cNvGrpSpPr/>
          <p:nvPr/>
        </p:nvGrpSpPr>
        <p:grpSpPr>
          <a:xfrm>
            <a:off x="1527325" y="646568"/>
            <a:ext cx="8650469" cy="3425813"/>
            <a:chOff x="1527325" y="646568"/>
            <a:chExt cx="8650469" cy="342581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3422A58-F334-24DF-ECDC-79F27AC245CF}"/>
                </a:ext>
              </a:extLst>
            </p:cNvPr>
            <p:cNvGrpSpPr/>
            <p:nvPr/>
          </p:nvGrpSpPr>
          <p:grpSpPr>
            <a:xfrm>
              <a:off x="1527325" y="646568"/>
              <a:ext cx="8650469" cy="3425813"/>
              <a:chOff x="1527325" y="646568"/>
              <a:chExt cx="8650469" cy="3425813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3700398B-0D2B-BA07-5464-952B278CBA51}"/>
                  </a:ext>
                </a:extLst>
              </p:cNvPr>
              <p:cNvGrpSpPr/>
              <p:nvPr/>
            </p:nvGrpSpPr>
            <p:grpSpPr>
              <a:xfrm>
                <a:off x="1527325" y="646568"/>
                <a:ext cx="8650469" cy="3425813"/>
                <a:chOff x="1527325" y="646568"/>
                <a:chExt cx="8650469" cy="34258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3E43298-5371-AA1B-2222-7E4222CEA4DD}"/>
                    </a:ext>
                  </a:extLst>
                </p:cNvPr>
                <p:cNvGrpSpPr/>
                <p:nvPr/>
              </p:nvGrpSpPr>
              <p:grpSpPr>
                <a:xfrm>
                  <a:off x="1527325" y="646568"/>
                  <a:ext cx="8650469" cy="3369251"/>
                  <a:chOff x="1527325" y="646568"/>
                  <a:chExt cx="8650469" cy="3369251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084B9E04-B2C3-E9E4-675F-CDBC71D84C4F}"/>
                      </a:ext>
                    </a:extLst>
                  </p:cNvPr>
                  <p:cNvGrpSpPr/>
                  <p:nvPr/>
                </p:nvGrpSpPr>
                <p:grpSpPr>
                  <a:xfrm>
                    <a:off x="1527325" y="646568"/>
                    <a:ext cx="8650469" cy="1641413"/>
                    <a:chOff x="1527325" y="646568"/>
                    <a:chExt cx="8650469" cy="1641413"/>
                  </a:xfrm>
                </p:grpSpPr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E9A8FD1D-8289-D73A-B6B1-813AFCA820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7325" y="646568"/>
                      <a:ext cx="1371600" cy="1641413"/>
                      <a:chOff x="1527325" y="646568"/>
                      <a:chExt cx="1371600" cy="1641413"/>
                    </a:xfrm>
                  </p:grpSpPr>
                  <p:pic>
                    <p:nvPicPr>
                      <p:cNvPr id="5" name="Graphic 4" descr="Folder outline">
                        <a:extLst>
                          <a:ext uri="{FF2B5EF4-FFF2-40B4-BE49-F238E27FC236}">
                            <a16:creationId xmlns:a16="http://schemas.microsoft.com/office/drawing/2014/main" id="{AC45F2F1-4FD6-6EA3-1738-54004723E66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527325" y="916381"/>
                        <a:ext cx="1371600" cy="13716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0" name="TextBox 9">
                        <a:extLst>
                          <a:ext uri="{FF2B5EF4-FFF2-40B4-BE49-F238E27FC236}">
                            <a16:creationId xmlns:a16="http://schemas.microsoft.com/office/drawing/2014/main" id="{2C898707-0D91-BA19-3C6F-8414EC3B4B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60190" y="646568"/>
                        <a:ext cx="130587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/>
                          <a:t>Workspace</a:t>
                        </a:r>
                      </a:p>
                    </p:txBody>
                  </p:sp>
                </p:grpSp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115482C5-1479-09B2-2151-BEAC5EB986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1506" y="646568"/>
                      <a:ext cx="1846916" cy="1641413"/>
                      <a:chOff x="5302429" y="646568"/>
                      <a:chExt cx="1846916" cy="1641413"/>
                    </a:xfrm>
                  </p:grpSpPr>
                  <p:pic>
                    <p:nvPicPr>
                      <p:cNvPr id="7" name="Graphic 6" descr="Database outline">
                        <a:extLst>
                          <a:ext uri="{FF2B5EF4-FFF2-40B4-BE49-F238E27FC236}">
                            <a16:creationId xmlns:a16="http://schemas.microsoft.com/office/drawing/2014/main" id="{0D4B6B1C-8CF5-DED1-B923-B0E081893C1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0087" y="916381"/>
                        <a:ext cx="1371600" cy="13716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B50F2B03-2DCC-AF41-D6C7-333C7B2417D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02429" y="646568"/>
                        <a:ext cx="184691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/>
                          <a:t>Local Repository</a:t>
                        </a:r>
                      </a:p>
                    </p:txBody>
                  </p:sp>
                </p:grpSp>
                <p:pic>
                  <p:nvPicPr>
                    <p:cNvPr id="9" name="Graphic 8" descr="Database with solid fill">
                      <a:extLst>
                        <a:ext uri="{FF2B5EF4-FFF2-40B4-BE49-F238E27FC236}">
                          <a16:creationId xmlns:a16="http://schemas.microsoft.com/office/drawing/2014/main" id="{DD040D31-6916-3373-CD28-23EECCAAC29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806194" y="916381"/>
                      <a:ext cx="1371600" cy="1371600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3" name="Straight Connector 2">
                    <a:extLst>
                      <a:ext uri="{FF2B5EF4-FFF2-40B4-BE49-F238E27FC236}">
                        <a16:creationId xmlns:a16="http://schemas.microsoft.com/office/drawing/2014/main" id="{51C85AE0-0A12-C2A6-5565-68AB1F58D3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96445" y="2017336"/>
                    <a:ext cx="0" cy="199848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690D9799-2509-7A81-1E98-3B91FEABE0CC}"/>
                    </a:ext>
                  </a:extLst>
                </p:cNvPr>
                <p:cNvSpPr/>
                <p:nvPr/>
              </p:nvSpPr>
              <p:spPr>
                <a:xfrm>
                  <a:off x="3309249" y="2099445"/>
                  <a:ext cx="914400" cy="377072"/>
                </a:xfrm>
                <a:prstGeom prst="roundRect">
                  <a:avLst/>
                </a:prstGeom>
                <a:ln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Index</a:t>
                  </a:r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D53DF96-510A-C257-7A35-4101E17FECAC}"/>
                    </a:ext>
                  </a:extLst>
                </p:cNvPr>
                <p:cNvCxnSpPr>
                  <a:cxnSpLocks/>
                  <a:endCxn id="24" idx="2"/>
                </p:cNvCxnSpPr>
                <p:nvPr/>
              </p:nvCxnSpPr>
              <p:spPr>
                <a:xfrm flipV="1">
                  <a:off x="3766449" y="2476517"/>
                  <a:ext cx="0" cy="1539302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615A7B9-AF90-2707-6D73-89C50B579B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74935" y="2156007"/>
                  <a:ext cx="0" cy="1916374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289C56B-9F9E-03D4-E912-0895FF37E734}"/>
                  </a:ext>
                </a:extLst>
              </p:cNvPr>
              <p:cNvSpPr txBox="1"/>
              <p:nvPr/>
            </p:nvSpPr>
            <p:spPr>
              <a:xfrm>
                <a:off x="5740270" y="2812784"/>
                <a:ext cx="1716304" cy="55399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Version 8356ea</a:t>
                </a:r>
              </a:p>
              <a:p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</a:t>
                </a:r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main.py</a:t>
                </a:r>
                <a:endParaRPr lang="en-US" sz="1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BF045F5-558F-AFFA-ECEB-1A0703A7C0A2}"/>
                </a:ext>
              </a:extLst>
            </p:cNvPr>
            <p:cNvSpPr txBox="1"/>
            <p:nvPr/>
          </p:nvSpPr>
          <p:spPr>
            <a:xfrm>
              <a:off x="1708249" y="1374941"/>
              <a:ext cx="10214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README.md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364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0E37-F42C-9F5D-BC0B-EB565A5D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68DB136-84B9-D141-6513-75B5266F60C7}"/>
              </a:ext>
            </a:extLst>
          </p:cNvPr>
          <p:cNvGrpSpPr/>
          <p:nvPr/>
        </p:nvGrpSpPr>
        <p:grpSpPr>
          <a:xfrm>
            <a:off x="1527325" y="646568"/>
            <a:ext cx="8650469" cy="3706682"/>
            <a:chOff x="1527325" y="646568"/>
            <a:chExt cx="8650469" cy="370668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CD4F20-3F5B-04A5-6267-B93B4AE76F2A}"/>
                </a:ext>
              </a:extLst>
            </p:cNvPr>
            <p:cNvGrpSpPr/>
            <p:nvPr/>
          </p:nvGrpSpPr>
          <p:grpSpPr>
            <a:xfrm>
              <a:off x="1527325" y="646568"/>
              <a:ext cx="8650469" cy="3706682"/>
              <a:chOff x="1527325" y="646568"/>
              <a:chExt cx="8650469" cy="3706682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84AE737-AEBD-C6BB-654C-2D9F588DEF56}"/>
                  </a:ext>
                </a:extLst>
              </p:cNvPr>
              <p:cNvGrpSpPr/>
              <p:nvPr/>
            </p:nvGrpSpPr>
            <p:grpSpPr>
              <a:xfrm>
                <a:off x="1527325" y="646568"/>
                <a:ext cx="8650469" cy="3369251"/>
                <a:chOff x="1527325" y="646568"/>
                <a:chExt cx="8650469" cy="3369251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AC0D69C-692D-1058-BE94-15242B72D844}"/>
                    </a:ext>
                  </a:extLst>
                </p:cNvPr>
                <p:cNvGrpSpPr/>
                <p:nvPr/>
              </p:nvGrpSpPr>
              <p:grpSpPr>
                <a:xfrm>
                  <a:off x="1527325" y="646568"/>
                  <a:ext cx="8650469" cy="1641413"/>
                  <a:chOff x="1527325" y="646568"/>
                  <a:chExt cx="8650469" cy="1641413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B2A8BEC1-638A-7070-6678-5842E55E679F}"/>
                      </a:ext>
                    </a:extLst>
                  </p:cNvPr>
                  <p:cNvGrpSpPr/>
                  <p:nvPr/>
                </p:nvGrpSpPr>
                <p:grpSpPr>
                  <a:xfrm>
                    <a:off x="1527325" y="646568"/>
                    <a:ext cx="1371600" cy="1641413"/>
                    <a:chOff x="1527325" y="646568"/>
                    <a:chExt cx="1371600" cy="1641413"/>
                  </a:xfrm>
                </p:grpSpPr>
                <p:pic>
                  <p:nvPicPr>
                    <p:cNvPr id="5" name="Graphic 4" descr="Folder outline">
                      <a:extLst>
                        <a:ext uri="{FF2B5EF4-FFF2-40B4-BE49-F238E27FC236}">
                          <a16:creationId xmlns:a16="http://schemas.microsoft.com/office/drawing/2014/main" id="{BE17E73A-BCCA-A564-DDE4-D900AB0E61F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527325" y="916381"/>
                      <a:ext cx="1371600" cy="13716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00E7093F-7A80-A001-D71B-F06B79B46C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0190" y="646568"/>
                      <a:ext cx="130587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/>
                        <a:t>Workspace</a:t>
                      </a:r>
                    </a:p>
                  </p:txBody>
                </p:sp>
              </p:grpSp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610AB84D-95B8-EA3C-16BE-BF3F5582B383}"/>
                      </a:ext>
                    </a:extLst>
                  </p:cNvPr>
                  <p:cNvGrpSpPr/>
                  <p:nvPr/>
                </p:nvGrpSpPr>
                <p:grpSpPr>
                  <a:xfrm>
                    <a:off x="4751506" y="646568"/>
                    <a:ext cx="1846916" cy="1641413"/>
                    <a:chOff x="5302429" y="646568"/>
                    <a:chExt cx="1846916" cy="1641413"/>
                  </a:xfrm>
                </p:grpSpPr>
                <p:pic>
                  <p:nvPicPr>
                    <p:cNvPr id="7" name="Graphic 6" descr="Database outline">
                      <a:extLst>
                        <a:ext uri="{FF2B5EF4-FFF2-40B4-BE49-F238E27FC236}">
                          <a16:creationId xmlns:a16="http://schemas.microsoft.com/office/drawing/2014/main" id="{F9C130B0-8392-860B-6A1B-BBB6F232240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0087" y="916381"/>
                      <a:ext cx="1371600" cy="13716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8AC44A9B-B906-82E3-BF7B-1078FA5F45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02429" y="646568"/>
                      <a:ext cx="184691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/>
                        <a:t>Local Repository</a:t>
                      </a:r>
                    </a:p>
                  </p:txBody>
                </p:sp>
              </p:grpSp>
              <p:pic>
                <p:nvPicPr>
                  <p:cNvPr id="9" name="Graphic 8" descr="Database with solid fill">
                    <a:extLst>
                      <a:ext uri="{FF2B5EF4-FFF2-40B4-BE49-F238E27FC236}">
                        <a16:creationId xmlns:a16="http://schemas.microsoft.com/office/drawing/2014/main" id="{6B0B0622-40B7-BEBD-FDF9-C51D069B1C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806194" y="916381"/>
                    <a:ext cx="1371600" cy="1371600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3" name="Straight Connector 2">
                  <a:extLst>
                    <a:ext uri="{FF2B5EF4-FFF2-40B4-BE49-F238E27FC236}">
                      <a16:creationId xmlns:a16="http://schemas.microsoft.com/office/drawing/2014/main" id="{2FAF8083-2F3A-8C50-4460-B83B698D8C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96445" y="2017336"/>
                  <a:ext cx="0" cy="199848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0751211-AF3A-D991-FEEF-57AAEBE669AD}"/>
                  </a:ext>
                </a:extLst>
              </p:cNvPr>
              <p:cNvSpPr/>
              <p:nvPr/>
            </p:nvSpPr>
            <p:spPr>
              <a:xfrm>
                <a:off x="3309249" y="2099445"/>
                <a:ext cx="914400" cy="377072"/>
              </a:xfrm>
              <a:prstGeom prst="roundRect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Index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6A5AD1B-246E-BDF4-41F2-5EF8E384EFF8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3766449" y="2476517"/>
                <a:ext cx="0" cy="153930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3C35756-C8F8-7F18-4BBF-1A0944FA99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4935" y="2156007"/>
                <a:ext cx="0" cy="191637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621D85A-5DED-4616-3ACC-9FC1748E4B88}"/>
                  </a:ext>
                </a:extLst>
              </p:cNvPr>
              <p:cNvCxnSpPr/>
              <p:nvPr/>
            </p:nvCxnSpPr>
            <p:spPr>
              <a:xfrm>
                <a:off x="2196445" y="3915472"/>
                <a:ext cx="1570004" cy="0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6E7AC9E-9036-C143-2844-7CA2AFDEEC43}"/>
                  </a:ext>
                </a:extLst>
              </p:cNvPr>
              <p:cNvSpPr txBox="1"/>
              <p:nvPr/>
            </p:nvSpPr>
            <p:spPr>
              <a:xfrm>
                <a:off x="2359394" y="3574421"/>
                <a:ext cx="1149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git add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5226BA9-56F1-768D-E5DF-31B037C152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449" y="3915472"/>
                <a:ext cx="1908485" cy="0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E9E192A-E44C-C6C9-C811-281070CD8547}"/>
                  </a:ext>
                </a:extLst>
              </p:cNvPr>
              <p:cNvSpPr txBox="1"/>
              <p:nvPr/>
            </p:nvSpPr>
            <p:spPr>
              <a:xfrm>
                <a:off x="3792546" y="3574421"/>
                <a:ext cx="17127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git commit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393635C-B07C-7832-9724-4FF565029D6D}"/>
                  </a:ext>
                </a:extLst>
              </p:cNvPr>
              <p:cNvSpPr txBox="1"/>
              <p:nvPr/>
            </p:nvSpPr>
            <p:spPr>
              <a:xfrm>
                <a:off x="5740270" y="2812784"/>
                <a:ext cx="1711494" cy="55399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Version 8356ea</a:t>
                </a:r>
              </a:p>
              <a:p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</a:t>
                </a:r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main.py</a:t>
                </a:r>
                <a:endParaRPr lang="en-US" sz="1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FE08B1-CCCF-E6E8-054D-124589BA639F}"/>
                  </a:ext>
                </a:extLst>
              </p:cNvPr>
              <p:cNvSpPr txBox="1"/>
              <p:nvPr/>
            </p:nvSpPr>
            <p:spPr>
              <a:xfrm>
                <a:off x="1708249" y="1374941"/>
                <a:ext cx="10214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main.py</a:t>
                </a:r>
                <a:endParaRPr lang="en-US" sz="1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README.md</a:t>
                </a:r>
                <a:endParaRPr lang="en-US" sz="1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633216-B885-4188-7A6E-AB3054046F47}"/>
                  </a:ext>
                </a:extLst>
              </p:cNvPr>
              <p:cNvSpPr txBox="1"/>
              <p:nvPr/>
            </p:nvSpPr>
            <p:spPr>
              <a:xfrm>
                <a:off x="5740270" y="3614586"/>
                <a:ext cx="1716304" cy="7386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Version b424cc</a:t>
                </a:r>
              </a:p>
              <a:p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</a:t>
                </a:r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main.py</a:t>
                </a:r>
                <a:endParaRPr lang="en-US" sz="1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</a:t>
                </a:r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README.md</a:t>
                </a:r>
                <a:endParaRPr lang="en-US" sz="1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AA256BE-C05A-F0A8-4F32-7DF5CCF39D02}"/>
                  </a:ext>
                </a:extLst>
              </p:cNvPr>
              <p:cNvCxnSpPr>
                <a:cxnSpLocks/>
                <a:stCxn id="42" idx="2"/>
                <a:endCxn id="4" idx="0"/>
              </p:cNvCxnSpPr>
              <p:nvPr/>
            </p:nvCxnSpPr>
            <p:spPr>
              <a:xfrm>
                <a:off x="6596017" y="3366782"/>
                <a:ext cx="2405" cy="247804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6A4D03-035B-0F89-187A-311E4969D5B8}"/>
                </a:ext>
              </a:extLst>
            </p:cNvPr>
            <p:cNvSpPr txBox="1"/>
            <p:nvPr/>
          </p:nvSpPr>
          <p:spPr>
            <a:xfrm>
              <a:off x="6586485" y="3337587"/>
              <a:ext cx="4010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diff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193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C3FA0-ACA6-CB84-03AA-44B20F42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8F49E2D-31CA-A804-9D12-D5BAC5819A75}"/>
              </a:ext>
            </a:extLst>
          </p:cNvPr>
          <p:cNvGrpSpPr/>
          <p:nvPr/>
        </p:nvGrpSpPr>
        <p:grpSpPr>
          <a:xfrm>
            <a:off x="1527325" y="646568"/>
            <a:ext cx="1371600" cy="1641413"/>
            <a:chOff x="1527325" y="646568"/>
            <a:chExt cx="1371600" cy="1641413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2C97B74F-19D5-AB2A-5727-40DA0E8DE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7325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DD02AA-9F8D-6679-E45A-25020548A297}"/>
                </a:ext>
              </a:extLst>
            </p:cNvPr>
            <p:cNvSpPr txBox="1"/>
            <p:nvPr/>
          </p:nvSpPr>
          <p:spPr>
            <a:xfrm>
              <a:off x="1560190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9B00C6-1049-1583-8F3A-4509A407EA40}"/>
              </a:ext>
            </a:extLst>
          </p:cNvPr>
          <p:cNvGrpSpPr/>
          <p:nvPr/>
        </p:nvGrpSpPr>
        <p:grpSpPr>
          <a:xfrm>
            <a:off x="4751506" y="646568"/>
            <a:ext cx="1846916" cy="1641413"/>
            <a:chOff x="5302429" y="646568"/>
            <a:chExt cx="1846916" cy="1641413"/>
          </a:xfrm>
        </p:grpSpPr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2762498E-8512-9C3A-EB6E-BCAA42316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0087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028F74-9C64-2698-AFC6-8B97D6F8A7FB}"/>
                </a:ext>
              </a:extLst>
            </p:cNvPr>
            <p:cNvSpPr txBox="1"/>
            <p:nvPr/>
          </p:nvSpPr>
          <p:spPr>
            <a:xfrm>
              <a:off x="5302429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</p:grp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9B8BD1B7-641F-E723-E67D-6FD11B193F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DC08D1-0492-C5FB-8384-2AFCC2E35D15}"/>
              </a:ext>
            </a:extLst>
          </p:cNvPr>
          <p:cNvCxnSpPr>
            <a:cxnSpLocks/>
          </p:cNvCxnSpPr>
          <p:nvPr/>
        </p:nvCxnSpPr>
        <p:spPr>
          <a:xfrm flipV="1">
            <a:off x="2196445" y="2017336"/>
            <a:ext cx="0" cy="369530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E9E3C52-3667-1C38-BB0F-5093F1DF7A47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F7AFBB-32DC-8AE6-2D99-4A078F003BC1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32361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7D0108-EC88-A289-53BD-901819B91F8D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55663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9F58CCD-14B5-1819-A61A-440DD2AA9BBA}"/>
              </a:ext>
            </a:extLst>
          </p:cNvPr>
          <p:cNvSpPr txBox="1"/>
          <p:nvPr/>
        </p:nvSpPr>
        <p:spPr>
          <a:xfrm>
            <a:off x="5740270" y="2812784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B86923-3B92-A89A-0DBA-F134C233BF47}"/>
              </a:ext>
            </a:extLst>
          </p:cNvPr>
          <p:cNvSpPr txBox="1"/>
          <p:nvPr/>
        </p:nvSpPr>
        <p:spPr>
          <a:xfrm>
            <a:off x="1708249" y="1374941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6338D-9EC9-B3ED-81D3-7B4FA84BAAD5}"/>
              </a:ext>
            </a:extLst>
          </p:cNvPr>
          <p:cNvSpPr txBox="1"/>
          <p:nvPr/>
        </p:nvSpPr>
        <p:spPr>
          <a:xfrm>
            <a:off x="5740270" y="3614586"/>
            <a:ext cx="171630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02D3ED-2127-037F-BEA9-A6C5FCB43CC2}"/>
              </a:ext>
            </a:extLst>
          </p:cNvPr>
          <p:cNvCxnSpPr>
            <a:cxnSpLocks/>
            <a:stCxn id="42" idx="2"/>
            <a:endCxn id="4" idx="0"/>
          </p:cNvCxnSpPr>
          <p:nvPr/>
        </p:nvCxnSpPr>
        <p:spPr>
          <a:xfrm>
            <a:off x="6596017" y="3366782"/>
            <a:ext cx="2405" cy="24780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B668ED-5CF3-5FF1-04A1-D60D90DBFAAB}"/>
              </a:ext>
            </a:extLst>
          </p:cNvPr>
          <p:cNvSpPr txBox="1"/>
          <p:nvPr/>
        </p:nvSpPr>
        <p:spPr>
          <a:xfrm>
            <a:off x="6586485" y="333758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</p:spTree>
    <p:extLst>
      <p:ext uri="{BB962C8B-B14F-4D97-AF65-F5344CB8AC3E}">
        <p14:creationId xmlns:p14="http://schemas.microsoft.com/office/powerpoint/2010/main" val="65249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AEDBA-6D3B-2EA7-AD06-6CB37045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8577F73-C6BD-BCA1-74C6-4AFA74E769D6}"/>
              </a:ext>
            </a:extLst>
          </p:cNvPr>
          <p:cNvGrpSpPr/>
          <p:nvPr/>
        </p:nvGrpSpPr>
        <p:grpSpPr>
          <a:xfrm>
            <a:off x="1527325" y="646568"/>
            <a:ext cx="8650469" cy="4715959"/>
            <a:chOff x="1527325" y="646568"/>
            <a:chExt cx="8650469" cy="471595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0E22358-28D6-1BAA-2715-3591B06B1E0D}"/>
                </a:ext>
              </a:extLst>
            </p:cNvPr>
            <p:cNvGrpSpPr/>
            <p:nvPr/>
          </p:nvGrpSpPr>
          <p:grpSpPr>
            <a:xfrm>
              <a:off x="1527325" y="646568"/>
              <a:ext cx="8650469" cy="4687432"/>
              <a:chOff x="1527325" y="646568"/>
              <a:chExt cx="8650469" cy="468743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5945740-3E5B-4300-B6EB-E2C8729EF3A2}"/>
                  </a:ext>
                </a:extLst>
              </p:cNvPr>
              <p:cNvGrpSpPr/>
              <p:nvPr/>
            </p:nvGrpSpPr>
            <p:grpSpPr>
              <a:xfrm>
                <a:off x="1527325" y="646568"/>
                <a:ext cx="8650469" cy="4687432"/>
                <a:chOff x="1527325" y="646568"/>
                <a:chExt cx="8650469" cy="4687432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1BEA2B66-C496-36D3-64C1-0F605986FDE2}"/>
                    </a:ext>
                  </a:extLst>
                </p:cNvPr>
                <p:cNvGrpSpPr/>
                <p:nvPr/>
              </p:nvGrpSpPr>
              <p:grpSpPr>
                <a:xfrm>
                  <a:off x="1527325" y="646568"/>
                  <a:ext cx="8650469" cy="4687432"/>
                  <a:chOff x="1527325" y="646568"/>
                  <a:chExt cx="8650469" cy="4687432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CEA2D40E-6D2C-1FB5-75BF-8EC4A8F251F0}"/>
                      </a:ext>
                    </a:extLst>
                  </p:cNvPr>
                  <p:cNvGrpSpPr/>
                  <p:nvPr/>
                </p:nvGrpSpPr>
                <p:grpSpPr>
                  <a:xfrm>
                    <a:off x="1527325" y="646568"/>
                    <a:ext cx="8650469" cy="1641413"/>
                    <a:chOff x="1527325" y="646568"/>
                    <a:chExt cx="8650469" cy="1641413"/>
                  </a:xfrm>
                </p:grpSpPr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1700076B-BE91-43D8-42B8-1E9531410C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7325" y="646568"/>
                      <a:ext cx="1371600" cy="1641413"/>
                      <a:chOff x="1527325" y="646568"/>
                      <a:chExt cx="1371600" cy="1641413"/>
                    </a:xfrm>
                  </p:grpSpPr>
                  <p:pic>
                    <p:nvPicPr>
                      <p:cNvPr id="5" name="Graphic 4" descr="Folder outline">
                        <a:extLst>
                          <a:ext uri="{FF2B5EF4-FFF2-40B4-BE49-F238E27FC236}">
                            <a16:creationId xmlns:a16="http://schemas.microsoft.com/office/drawing/2014/main" id="{59A815D1-19DC-8E76-3140-67F39DDE92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527325" y="916381"/>
                        <a:ext cx="1371600" cy="13716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0" name="TextBox 9">
                        <a:extLst>
                          <a:ext uri="{FF2B5EF4-FFF2-40B4-BE49-F238E27FC236}">
                            <a16:creationId xmlns:a16="http://schemas.microsoft.com/office/drawing/2014/main" id="{10ECF9CE-900E-F0A8-1E11-166D353BA5F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60190" y="646568"/>
                        <a:ext cx="130587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/>
                          <a:t>Workspace</a:t>
                        </a:r>
                      </a:p>
                    </p:txBody>
                  </p:sp>
                </p:grpSp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2876C537-63AC-DCE5-E397-82EDD202E2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1506" y="646568"/>
                      <a:ext cx="1846916" cy="1641413"/>
                      <a:chOff x="5302429" y="646568"/>
                      <a:chExt cx="1846916" cy="1641413"/>
                    </a:xfrm>
                  </p:grpSpPr>
                  <p:pic>
                    <p:nvPicPr>
                      <p:cNvPr id="7" name="Graphic 6" descr="Database outline">
                        <a:extLst>
                          <a:ext uri="{FF2B5EF4-FFF2-40B4-BE49-F238E27FC236}">
                            <a16:creationId xmlns:a16="http://schemas.microsoft.com/office/drawing/2014/main" id="{79525471-843A-D042-F5AD-2EFDE0118D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0087" y="916381"/>
                        <a:ext cx="1371600" cy="13716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F4E773E2-8BFB-3E9B-87B9-48FB9631D37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02429" y="646568"/>
                        <a:ext cx="184691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/>
                          <a:t>Local Repository</a:t>
                        </a:r>
                      </a:p>
                    </p:txBody>
                  </p:sp>
                </p:grpSp>
                <p:pic>
                  <p:nvPicPr>
                    <p:cNvPr id="9" name="Graphic 8" descr="Database with solid fill">
                      <a:extLst>
                        <a:ext uri="{FF2B5EF4-FFF2-40B4-BE49-F238E27FC236}">
                          <a16:creationId xmlns:a16="http://schemas.microsoft.com/office/drawing/2014/main" id="{912292D3-75EA-57D5-3F7A-FD5D33E7BB3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806194" y="916381"/>
                      <a:ext cx="1371600" cy="1371600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3" name="Straight Connector 2">
                    <a:extLst>
                      <a:ext uri="{FF2B5EF4-FFF2-40B4-BE49-F238E27FC236}">
                        <a16:creationId xmlns:a16="http://schemas.microsoft.com/office/drawing/2014/main" id="{58AB0F4A-0279-9C1F-C05F-9702EC0D3D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96445" y="2017336"/>
                    <a:ext cx="0" cy="331666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6A15D9EA-7B8E-6AB4-71CC-C8343C501FA5}"/>
                    </a:ext>
                  </a:extLst>
                </p:cNvPr>
                <p:cNvSpPr/>
                <p:nvPr/>
              </p:nvSpPr>
              <p:spPr>
                <a:xfrm>
                  <a:off x="3309249" y="2099445"/>
                  <a:ext cx="914400" cy="377072"/>
                </a:xfrm>
                <a:prstGeom prst="roundRect">
                  <a:avLst/>
                </a:prstGeom>
                <a:ln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Index</a:t>
                  </a:r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BAC9112-D8CF-3D29-D682-7223316AB442}"/>
                    </a:ext>
                  </a:extLst>
                </p:cNvPr>
                <p:cNvCxnSpPr>
                  <a:cxnSpLocks/>
                  <a:endCxn id="24" idx="2"/>
                </p:cNvCxnSpPr>
                <p:nvPr/>
              </p:nvCxnSpPr>
              <p:spPr>
                <a:xfrm flipV="1">
                  <a:off x="3766449" y="2476517"/>
                  <a:ext cx="0" cy="285748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4035D036-3B9D-8685-279D-5173D31EB0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74935" y="2156007"/>
                  <a:ext cx="0" cy="317799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08CF0AB-2F3A-A477-8AEF-310570C76A3A}"/>
                    </a:ext>
                  </a:extLst>
                </p:cNvPr>
                <p:cNvSpPr txBox="1"/>
                <p:nvPr/>
              </p:nvSpPr>
              <p:spPr>
                <a:xfrm>
                  <a:off x="5740270" y="2812784"/>
                  <a:ext cx="1711494" cy="553998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Version 8356ea</a:t>
                  </a:r>
                </a:p>
                <a:p>
                  <a:r>
                    <a: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+ </a:t>
                  </a:r>
                  <a:r>
                    <a:rPr lang="en-US" sz="1200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main.py</a:t>
                  </a:r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B2C4BA3-D270-021B-EB90-9810ECA5695B}"/>
                    </a:ext>
                  </a:extLst>
                </p:cNvPr>
                <p:cNvSpPr txBox="1"/>
                <p:nvPr/>
              </p:nvSpPr>
              <p:spPr>
                <a:xfrm>
                  <a:off x="1708249" y="1374941"/>
                  <a:ext cx="10214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main.py</a:t>
                  </a:r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  <a:p>
                  <a:r>
                    <a:rPr lang="en-US" sz="1200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README.md</a:t>
                  </a:r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F1A651B-4CBE-D32B-F8AC-0E9F1607D773}"/>
                    </a:ext>
                  </a:extLst>
                </p:cNvPr>
                <p:cNvSpPr txBox="1"/>
                <p:nvPr/>
              </p:nvSpPr>
              <p:spPr>
                <a:xfrm>
                  <a:off x="5740270" y="3614586"/>
                  <a:ext cx="1716304" cy="73866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Version b424cc</a:t>
                  </a:r>
                </a:p>
                <a:p>
                  <a:r>
                    <a: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+ </a:t>
                  </a:r>
                  <a:r>
                    <a:rPr lang="en-US" sz="1200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main.py</a:t>
                  </a:r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  <a:p>
                  <a:r>
                    <a: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+ </a:t>
                  </a:r>
                  <a:r>
                    <a:rPr lang="en-US" sz="1200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README.md</a:t>
                  </a:r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9AF58233-4215-3F4A-F60C-EBFA4B53856F}"/>
                    </a:ext>
                  </a:extLst>
                </p:cNvPr>
                <p:cNvCxnSpPr>
                  <a:cxnSpLocks/>
                  <a:stCxn id="42" idx="2"/>
                  <a:endCxn id="4" idx="0"/>
                </p:cNvCxnSpPr>
                <p:nvPr/>
              </p:nvCxnSpPr>
              <p:spPr>
                <a:xfrm>
                  <a:off x="6596017" y="3366782"/>
                  <a:ext cx="2405" cy="247804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488DC8-CD74-5750-479E-924183000A0B}"/>
                  </a:ext>
                </a:extLst>
              </p:cNvPr>
              <p:cNvSpPr txBox="1"/>
              <p:nvPr/>
            </p:nvSpPr>
            <p:spPr>
              <a:xfrm>
                <a:off x="6586485" y="3337587"/>
                <a:ext cx="401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diff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F8EB23-0703-06AC-79AC-9A393024398C}"/>
                </a:ext>
              </a:extLst>
            </p:cNvPr>
            <p:cNvSpPr txBox="1"/>
            <p:nvPr/>
          </p:nvSpPr>
          <p:spPr>
            <a:xfrm>
              <a:off x="1771890" y="4867395"/>
              <a:ext cx="835485" cy="276999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9EA675F6-176B-2F6C-2BA5-CB2CDFB99CE4}"/>
                </a:ext>
              </a:extLst>
            </p:cNvPr>
            <p:cNvSpPr/>
            <p:nvPr/>
          </p:nvSpPr>
          <p:spPr>
            <a:xfrm rot="2907449">
              <a:off x="1798541" y="4597367"/>
              <a:ext cx="760245" cy="770076"/>
            </a:xfrm>
            <a:prstGeom prst="plus">
              <a:avLst>
                <a:gd name="adj" fmla="val 44608"/>
              </a:avLst>
            </a:prstGeom>
            <a:solidFill>
              <a:srgbClr val="C00000">
                <a:alpha val="5098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1172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0E59-9BE3-5AB5-F20D-F8FCCB1A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661E6F0-1B04-8291-53D6-A8D5BCA7812C}"/>
              </a:ext>
            </a:extLst>
          </p:cNvPr>
          <p:cNvGrpSpPr/>
          <p:nvPr/>
        </p:nvGrpSpPr>
        <p:grpSpPr>
          <a:xfrm>
            <a:off x="1527325" y="646568"/>
            <a:ext cx="8650469" cy="4867158"/>
            <a:chOff x="1527325" y="646568"/>
            <a:chExt cx="8650469" cy="486715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A127C0F-6578-A950-444F-FFCD0A34C14E}"/>
                </a:ext>
              </a:extLst>
            </p:cNvPr>
            <p:cNvGrpSpPr/>
            <p:nvPr/>
          </p:nvGrpSpPr>
          <p:grpSpPr>
            <a:xfrm>
              <a:off x="1527325" y="646568"/>
              <a:ext cx="8650469" cy="4867158"/>
              <a:chOff x="1527325" y="646568"/>
              <a:chExt cx="8650469" cy="4867158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32174F3-757E-39FF-08B1-CCA3CF925177}"/>
                  </a:ext>
                </a:extLst>
              </p:cNvPr>
              <p:cNvGrpSpPr/>
              <p:nvPr/>
            </p:nvGrpSpPr>
            <p:grpSpPr>
              <a:xfrm>
                <a:off x="1527325" y="646568"/>
                <a:ext cx="8650469" cy="4687432"/>
                <a:chOff x="1527325" y="646568"/>
                <a:chExt cx="8650469" cy="4687432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B7B47F71-8BBE-4FF0-38A8-CC2508DD0643}"/>
                    </a:ext>
                  </a:extLst>
                </p:cNvPr>
                <p:cNvGrpSpPr/>
                <p:nvPr/>
              </p:nvGrpSpPr>
              <p:grpSpPr>
                <a:xfrm>
                  <a:off x="1527325" y="646568"/>
                  <a:ext cx="8650469" cy="4687432"/>
                  <a:chOff x="1527325" y="646568"/>
                  <a:chExt cx="8650469" cy="4687432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1D9E88CF-5569-AA0A-594C-08EF591261AD}"/>
                      </a:ext>
                    </a:extLst>
                  </p:cNvPr>
                  <p:cNvGrpSpPr/>
                  <p:nvPr/>
                </p:nvGrpSpPr>
                <p:grpSpPr>
                  <a:xfrm>
                    <a:off x="1527325" y="646568"/>
                    <a:ext cx="8650469" cy="4687432"/>
                    <a:chOff x="1527325" y="646568"/>
                    <a:chExt cx="8650469" cy="4687432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E05F57BC-5F23-25B7-ACEE-D0CA9B30BA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7325" y="646568"/>
                      <a:ext cx="8650469" cy="1641413"/>
                      <a:chOff x="1527325" y="646568"/>
                      <a:chExt cx="8650469" cy="1641413"/>
                    </a:xfrm>
                  </p:grpSpPr>
                  <p:grpSp>
                    <p:nvGrpSpPr>
                      <p:cNvPr id="13" name="Group 12">
                        <a:extLst>
                          <a:ext uri="{FF2B5EF4-FFF2-40B4-BE49-F238E27FC236}">
                            <a16:creationId xmlns:a16="http://schemas.microsoft.com/office/drawing/2014/main" id="{4AA93415-B98F-BDCA-22E9-90BDF00219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7325" y="646568"/>
                        <a:ext cx="1371600" cy="1641413"/>
                        <a:chOff x="1527325" y="646568"/>
                        <a:chExt cx="1371600" cy="1641413"/>
                      </a:xfrm>
                    </p:grpSpPr>
                    <p:pic>
                      <p:nvPicPr>
                        <p:cNvPr id="5" name="Graphic 4" descr="Folder outline">
                          <a:extLst>
                            <a:ext uri="{FF2B5EF4-FFF2-40B4-BE49-F238E27FC236}">
                              <a16:creationId xmlns:a16="http://schemas.microsoft.com/office/drawing/2014/main" id="{F6712595-5C14-21E1-A912-56AF4EAA777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96DAC541-7B7A-43D3-8B79-37D633B846F1}">
                              <asvg:svgBlip xmlns:asvg="http://schemas.microsoft.com/office/drawing/2016/SVG/main" r:embed="rId3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27325" y="916381"/>
                          <a:ext cx="1371600" cy="1371600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0" name="TextBox 9">
                          <a:extLst>
                            <a:ext uri="{FF2B5EF4-FFF2-40B4-BE49-F238E27FC236}">
                              <a16:creationId xmlns:a16="http://schemas.microsoft.com/office/drawing/2014/main" id="{2B981446-65A6-77C4-A754-FBDA39269FE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60190" y="646568"/>
                          <a:ext cx="130587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Workspace</a:t>
                          </a:r>
                        </a:p>
                      </p:txBody>
                    </p:sp>
                  </p:grpSp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B3A4B97F-5541-72AD-DC53-26C273369B9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1506" y="646568"/>
                        <a:ext cx="1846916" cy="1641413"/>
                        <a:chOff x="5302429" y="646568"/>
                        <a:chExt cx="1846916" cy="1641413"/>
                      </a:xfrm>
                    </p:grpSpPr>
                    <p:pic>
                      <p:nvPicPr>
                        <p:cNvPr id="7" name="Graphic 6" descr="Database outline">
                          <a:extLst>
                            <a:ext uri="{FF2B5EF4-FFF2-40B4-BE49-F238E27FC236}">
                              <a16:creationId xmlns:a16="http://schemas.microsoft.com/office/drawing/2014/main" id="{2C10ED8B-A38A-418B-E58E-98B6E92BDB3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540087" y="916381"/>
                          <a:ext cx="1371600" cy="1371600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CF9B315F-D324-87CF-B1FC-7633C2658CC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302429" y="646568"/>
                          <a:ext cx="184691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Local Repository</a:t>
                          </a:r>
                        </a:p>
                      </p:txBody>
                    </p:sp>
                  </p:grpSp>
                  <p:pic>
                    <p:nvPicPr>
                      <p:cNvPr id="9" name="Graphic 8" descr="Database with solid fill">
                        <a:extLst>
                          <a:ext uri="{FF2B5EF4-FFF2-40B4-BE49-F238E27FC236}">
                            <a16:creationId xmlns:a16="http://schemas.microsoft.com/office/drawing/2014/main" id="{A5A6643D-C8A4-DEC0-57B9-3438828780A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06194" y="916381"/>
                        <a:ext cx="1371600" cy="1371600"/>
                      </a:xfrm>
                      <a:prstGeom prst="rect">
                        <a:avLst/>
                      </a:prstGeom>
                    </p:spPr>
                  </p:pic>
                </p:grpSp>
                <p:cxnSp>
                  <p:nvCxnSpPr>
                    <p:cNvPr id="3" name="Straight Connector 2">
                      <a:extLst>
                        <a:ext uri="{FF2B5EF4-FFF2-40B4-BE49-F238E27FC236}">
                          <a16:creationId xmlns:a16="http://schemas.microsoft.com/office/drawing/2014/main" id="{22A99B7A-C700-C8BE-B13A-832DEB4A34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96445" y="2017336"/>
                      <a:ext cx="0" cy="3316664"/>
                    </a:xfrm>
                    <a:prstGeom prst="line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" name="Rounded Rectangle 23">
                    <a:extLst>
                      <a:ext uri="{FF2B5EF4-FFF2-40B4-BE49-F238E27FC236}">
                        <a16:creationId xmlns:a16="http://schemas.microsoft.com/office/drawing/2014/main" id="{54D84467-6DE9-1C45-503A-DD24794B83C2}"/>
                      </a:ext>
                    </a:extLst>
                  </p:cNvPr>
                  <p:cNvSpPr/>
                  <p:nvPr/>
                </p:nvSpPr>
                <p:spPr>
                  <a:xfrm>
                    <a:off x="3309249" y="2099445"/>
                    <a:ext cx="914400" cy="377072"/>
                  </a:xfrm>
                  <a:prstGeom prst="roundRect">
                    <a:avLst/>
                  </a:prstGeom>
                  <a:ln>
                    <a:solidFill>
                      <a:schemeClr val="accent1"/>
                    </a:solidFill>
                    <a:prstDash val="dash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Index</a:t>
                    </a:r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FA4F9176-FDAF-53E7-3C47-5860AC931B71}"/>
                      </a:ext>
                    </a:extLst>
                  </p:cNvPr>
                  <p:cNvCxnSpPr>
                    <a:cxnSpLocks/>
                    <a:endCxn id="24" idx="2"/>
                  </p:cNvCxnSpPr>
                  <p:nvPr/>
                </p:nvCxnSpPr>
                <p:spPr>
                  <a:xfrm flipV="1">
                    <a:off x="3766449" y="2476517"/>
                    <a:ext cx="0" cy="285748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CB50BA05-B02C-99E0-E03A-0E681F7A78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74935" y="2156007"/>
                    <a:ext cx="0" cy="317799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1FC44EE-418A-CB01-3603-D4247FD6B096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270" y="2812784"/>
                    <a:ext cx="1711494" cy="553998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Version 8356ea</a:t>
                    </a: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0E6C024A-8FBD-DC1F-72E3-962B902EADD2}"/>
                      </a:ext>
                    </a:extLst>
                  </p:cNvPr>
                  <p:cNvSpPr txBox="1"/>
                  <p:nvPr/>
                </p:nvSpPr>
                <p:spPr>
                  <a:xfrm>
                    <a:off x="1708249" y="1374941"/>
                    <a:ext cx="102143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README.md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hello.py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0CA458A4-EE28-A3C3-8B14-6CF62C6EE554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270" y="3614586"/>
                    <a:ext cx="1716304" cy="73866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Version b424cc</a:t>
                    </a: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README.md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cxnSp>
                <p:nvCxnSpPr>
                  <p:cNvPr id="6" name="Straight Arrow Connector 5">
                    <a:extLst>
                      <a:ext uri="{FF2B5EF4-FFF2-40B4-BE49-F238E27FC236}">
                        <a16:creationId xmlns:a16="http://schemas.microsoft.com/office/drawing/2014/main" id="{249E6F83-C3C2-823E-02EC-0034D0CFD1A9}"/>
                      </a:ext>
                    </a:extLst>
                  </p:cNvPr>
                  <p:cNvCxnSpPr>
                    <a:cxnSpLocks/>
                    <a:stCxn id="42" idx="2"/>
                    <a:endCxn id="4" idx="0"/>
                  </p:cNvCxnSpPr>
                  <p:nvPr/>
                </p:nvCxnSpPr>
                <p:spPr>
                  <a:xfrm>
                    <a:off x="6596017" y="3366782"/>
                    <a:ext cx="2405" cy="247804"/>
                  </a:xfrm>
                  <a:prstGeom prst="straightConnector1">
                    <a:avLst/>
                  </a:prstGeom>
                  <a:ln w="38100">
                    <a:solidFill>
                      <a:schemeClr val="accent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904A1C-3481-B094-8FCA-ACD1983F79DE}"/>
                    </a:ext>
                  </a:extLst>
                </p:cNvPr>
                <p:cNvSpPr txBox="1"/>
                <p:nvPr/>
              </p:nvSpPr>
              <p:spPr>
                <a:xfrm>
                  <a:off x="6586485" y="3337587"/>
                  <a:ext cx="40107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diff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C731CF-5BDA-371B-BA5A-D4494E0C4E0B}"/>
                  </a:ext>
                </a:extLst>
              </p:cNvPr>
              <p:cNvSpPr txBox="1"/>
              <p:nvPr/>
            </p:nvSpPr>
            <p:spPr>
              <a:xfrm>
                <a:off x="1676646" y="4867395"/>
                <a:ext cx="1178248" cy="64633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main.py</a:t>
                </a:r>
                <a:endPara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n-US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README.md</a:t>
                </a:r>
                <a:endPara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n-US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hello.py</a:t>
                </a:r>
                <a:endPara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E9E08A-9D3B-ABEA-035C-8724BBF37D05}"/>
                </a:ext>
              </a:extLst>
            </p:cNvPr>
            <p:cNvSpPr txBox="1"/>
            <p:nvPr/>
          </p:nvSpPr>
          <p:spPr>
            <a:xfrm>
              <a:off x="1676647" y="4886522"/>
              <a:ext cx="255198" cy="6062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5750F6C-4BFB-C0E3-951B-5E2173F2CE7A}"/>
              </a:ext>
            </a:extLst>
          </p:cNvPr>
          <p:cNvSpPr txBox="1"/>
          <p:nvPr/>
        </p:nvSpPr>
        <p:spPr>
          <a:xfrm>
            <a:off x="8325293" y="6273209"/>
            <a:ext cx="2263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hello-main-</a:t>
            </a:r>
            <a:r>
              <a:rPr lang="en-US" dirty="0" err="1"/>
              <a:t>unstaged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56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95A1-8CE3-CDC1-C115-C78FFE3D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D32F7AC-61FD-8FE3-FBE8-4F3B260E610A}"/>
              </a:ext>
            </a:extLst>
          </p:cNvPr>
          <p:cNvGrpSpPr/>
          <p:nvPr/>
        </p:nvGrpSpPr>
        <p:grpSpPr>
          <a:xfrm>
            <a:off x="1527325" y="646568"/>
            <a:ext cx="8650469" cy="4687432"/>
            <a:chOff x="1527325" y="646568"/>
            <a:chExt cx="8650469" cy="468743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14F016D-41A7-4A00-89B1-F7D560282542}"/>
                </a:ext>
              </a:extLst>
            </p:cNvPr>
            <p:cNvGrpSpPr/>
            <p:nvPr/>
          </p:nvGrpSpPr>
          <p:grpSpPr>
            <a:xfrm>
              <a:off x="1527325" y="646568"/>
              <a:ext cx="8650469" cy="4687432"/>
              <a:chOff x="1527325" y="646568"/>
              <a:chExt cx="8650469" cy="468743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FEA3FF6-4E14-DF9B-4FD2-D4BB989E6AF9}"/>
                  </a:ext>
                </a:extLst>
              </p:cNvPr>
              <p:cNvGrpSpPr/>
              <p:nvPr/>
            </p:nvGrpSpPr>
            <p:grpSpPr>
              <a:xfrm>
                <a:off x="1527325" y="646568"/>
                <a:ext cx="8650469" cy="4687432"/>
                <a:chOff x="1527325" y="646568"/>
                <a:chExt cx="8650469" cy="4687432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D77C80A-F92B-E7A5-740A-CB1969975BCC}"/>
                    </a:ext>
                  </a:extLst>
                </p:cNvPr>
                <p:cNvGrpSpPr/>
                <p:nvPr/>
              </p:nvGrpSpPr>
              <p:grpSpPr>
                <a:xfrm>
                  <a:off x="1527325" y="646568"/>
                  <a:ext cx="8650469" cy="4687432"/>
                  <a:chOff x="1527325" y="646568"/>
                  <a:chExt cx="8650469" cy="4687432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F9C5D207-7A92-32B7-84EE-09D13604D997}"/>
                      </a:ext>
                    </a:extLst>
                  </p:cNvPr>
                  <p:cNvGrpSpPr/>
                  <p:nvPr/>
                </p:nvGrpSpPr>
                <p:grpSpPr>
                  <a:xfrm>
                    <a:off x="1527325" y="646568"/>
                    <a:ext cx="8650469" cy="4687432"/>
                    <a:chOff x="1527325" y="646568"/>
                    <a:chExt cx="8650469" cy="4687432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FF87F7D5-E2D2-D7FE-CCAE-FDA29096DD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7325" y="646568"/>
                      <a:ext cx="8650469" cy="1641413"/>
                      <a:chOff x="1527325" y="646568"/>
                      <a:chExt cx="8650469" cy="1641413"/>
                    </a:xfrm>
                  </p:grpSpPr>
                  <p:grpSp>
                    <p:nvGrpSpPr>
                      <p:cNvPr id="13" name="Group 12">
                        <a:extLst>
                          <a:ext uri="{FF2B5EF4-FFF2-40B4-BE49-F238E27FC236}">
                            <a16:creationId xmlns:a16="http://schemas.microsoft.com/office/drawing/2014/main" id="{5C9EB873-7BBE-4A8C-B403-769BE64A0BB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7325" y="646568"/>
                        <a:ext cx="1371600" cy="1641413"/>
                        <a:chOff x="1527325" y="646568"/>
                        <a:chExt cx="1371600" cy="1641413"/>
                      </a:xfrm>
                    </p:grpSpPr>
                    <p:pic>
                      <p:nvPicPr>
                        <p:cNvPr id="5" name="Graphic 4" descr="Folder outline">
                          <a:extLst>
                            <a:ext uri="{FF2B5EF4-FFF2-40B4-BE49-F238E27FC236}">
                              <a16:creationId xmlns:a16="http://schemas.microsoft.com/office/drawing/2014/main" id="{50A754D6-0F14-0C73-52D0-647A2C34681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96DAC541-7B7A-43D3-8B79-37D633B846F1}">
                              <asvg:svgBlip xmlns:asvg="http://schemas.microsoft.com/office/drawing/2016/SVG/main" r:embed="rId3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27325" y="916381"/>
                          <a:ext cx="1371600" cy="1371600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0" name="TextBox 9">
                          <a:extLst>
                            <a:ext uri="{FF2B5EF4-FFF2-40B4-BE49-F238E27FC236}">
                              <a16:creationId xmlns:a16="http://schemas.microsoft.com/office/drawing/2014/main" id="{F7F4DD90-0483-5374-7FE0-0B363713985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60190" y="646568"/>
                          <a:ext cx="130587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Workspace</a:t>
                          </a:r>
                        </a:p>
                      </p:txBody>
                    </p:sp>
                  </p:grpSp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1B8004B7-51B4-0FEA-0258-A1E5267F6A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1506" y="646568"/>
                        <a:ext cx="1846916" cy="1641413"/>
                        <a:chOff x="5302429" y="646568"/>
                        <a:chExt cx="1846916" cy="1641413"/>
                      </a:xfrm>
                    </p:grpSpPr>
                    <p:pic>
                      <p:nvPicPr>
                        <p:cNvPr id="7" name="Graphic 6" descr="Database outline">
                          <a:extLst>
                            <a:ext uri="{FF2B5EF4-FFF2-40B4-BE49-F238E27FC236}">
                              <a16:creationId xmlns:a16="http://schemas.microsoft.com/office/drawing/2014/main" id="{8ACFEC8F-FD5A-BB69-325B-A1B3741D55B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540087" y="916381"/>
                          <a:ext cx="1371600" cy="1371600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8827115B-C75B-7A1D-B83A-9E809884F78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302429" y="646568"/>
                          <a:ext cx="184691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Local Repository</a:t>
                          </a:r>
                        </a:p>
                      </p:txBody>
                    </p:sp>
                  </p:grpSp>
                  <p:pic>
                    <p:nvPicPr>
                      <p:cNvPr id="9" name="Graphic 8" descr="Database with solid fill">
                        <a:extLst>
                          <a:ext uri="{FF2B5EF4-FFF2-40B4-BE49-F238E27FC236}">
                            <a16:creationId xmlns:a16="http://schemas.microsoft.com/office/drawing/2014/main" id="{57F2A1EA-EA1F-2752-44F4-9D6117791F1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06194" y="916381"/>
                        <a:ext cx="1371600" cy="1371600"/>
                      </a:xfrm>
                      <a:prstGeom prst="rect">
                        <a:avLst/>
                      </a:prstGeom>
                    </p:spPr>
                  </p:pic>
                </p:grpSp>
                <p:cxnSp>
                  <p:nvCxnSpPr>
                    <p:cNvPr id="3" name="Straight Connector 2">
                      <a:extLst>
                        <a:ext uri="{FF2B5EF4-FFF2-40B4-BE49-F238E27FC236}">
                          <a16:creationId xmlns:a16="http://schemas.microsoft.com/office/drawing/2014/main" id="{B5296206-B981-459E-9576-8E25F5785E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96445" y="2017336"/>
                      <a:ext cx="0" cy="3316664"/>
                    </a:xfrm>
                    <a:prstGeom prst="line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" name="Rounded Rectangle 23">
                    <a:extLst>
                      <a:ext uri="{FF2B5EF4-FFF2-40B4-BE49-F238E27FC236}">
                        <a16:creationId xmlns:a16="http://schemas.microsoft.com/office/drawing/2014/main" id="{D0F686D9-E959-9B52-AEA9-E56E74A3BB13}"/>
                      </a:ext>
                    </a:extLst>
                  </p:cNvPr>
                  <p:cNvSpPr/>
                  <p:nvPr/>
                </p:nvSpPr>
                <p:spPr>
                  <a:xfrm>
                    <a:off x="3309249" y="2099445"/>
                    <a:ext cx="914400" cy="377072"/>
                  </a:xfrm>
                  <a:prstGeom prst="roundRect">
                    <a:avLst/>
                  </a:prstGeom>
                  <a:ln>
                    <a:solidFill>
                      <a:schemeClr val="accent1"/>
                    </a:solidFill>
                    <a:prstDash val="dash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Index</a:t>
                    </a:r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AC14DD1B-F488-01C0-A5CE-D1F79C2C3842}"/>
                      </a:ext>
                    </a:extLst>
                  </p:cNvPr>
                  <p:cNvCxnSpPr>
                    <a:cxnSpLocks/>
                    <a:endCxn id="24" idx="2"/>
                  </p:cNvCxnSpPr>
                  <p:nvPr/>
                </p:nvCxnSpPr>
                <p:spPr>
                  <a:xfrm flipV="1">
                    <a:off x="3766449" y="2476517"/>
                    <a:ext cx="0" cy="285748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9816C370-263B-13BD-C2A3-E125CFAB19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74935" y="2156007"/>
                    <a:ext cx="0" cy="317799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B0B6157E-C057-97F0-45F3-68F1EAE6FE90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270" y="2812784"/>
                    <a:ext cx="1711494" cy="553998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Version 8356ea</a:t>
                    </a: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1B3A7933-E9A9-E6F4-CA2A-86F44D503F4F}"/>
                      </a:ext>
                    </a:extLst>
                  </p:cNvPr>
                  <p:cNvSpPr txBox="1"/>
                  <p:nvPr/>
                </p:nvSpPr>
                <p:spPr>
                  <a:xfrm>
                    <a:off x="1708249" y="1374941"/>
                    <a:ext cx="102143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README.md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hello.py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AF88BF64-569D-BCA2-9019-A7C6A9CDC300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270" y="3614586"/>
                    <a:ext cx="1716304" cy="73866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Version b424cc</a:t>
                    </a: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README.md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cxnSp>
                <p:nvCxnSpPr>
                  <p:cNvPr id="6" name="Straight Arrow Connector 5">
                    <a:extLst>
                      <a:ext uri="{FF2B5EF4-FFF2-40B4-BE49-F238E27FC236}">
                        <a16:creationId xmlns:a16="http://schemas.microsoft.com/office/drawing/2014/main" id="{4F32B9FF-9CF1-367A-EE00-071470CCFD6C}"/>
                      </a:ext>
                    </a:extLst>
                  </p:cNvPr>
                  <p:cNvCxnSpPr>
                    <a:cxnSpLocks/>
                    <a:stCxn id="42" idx="2"/>
                    <a:endCxn id="4" idx="0"/>
                  </p:cNvCxnSpPr>
                  <p:nvPr/>
                </p:nvCxnSpPr>
                <p:spPr>
                  <a:xfrm>
                    <a:off x="6596017" y="3366782"/>
                    <a:ext cx="2405" cy="247804"/>
                  </a:xfrm>
                  <a:prstGeom prst="straightConnector1">
                    <a:avLst/>
                  </a:prstGeom>
                  <a:ln w="38100">
                    <a:solidFill>
                      <a:schemeClr val="accent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5BB8493-0A72-A043-DBCA-4C5E8ACA5CE0}"/>
                    </a:ext>
                  </a:extLst>
                </p:cNvPr>
                <p:cNvSpPr txBox="1"/>
                <p:nvPr/>
              </p:nvSpPr>
              <p:spPr>
                <a:xfrm>
                  <a:off x="6586485" y="3337587"/>
                  <a:ext cx="40107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diff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7EE770-E853-77BB-1890-E6A946AA53EF}"/>
                  </a:ext>
                </a:extLst>
              </p:cNvPr>
              <p:cNvSpPr txBox="1"/>
              <p:nvPr/>
            </p:nvSpPr>
            <p:spPr>
              <a:xfrm>
                <a:off x="1676646" y="4867395"/>
                <a:ext cx="1178248" cy="27699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hello.py</a:t>
                </a:r>
                <a:endPara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85600D-1BA9-CFB4-3E2A-DEDCD2102628}"/>
                </a:ext>
              </a:extLst>
            </p:cNvPr>
            <p:cNvSpPr txBox="1"/>
            <p:nvPr/>
          </p:nvSpPr>
          <p:spPr>
            <a:xfrm>
              <a:off x="1676647" y="4886522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D8AFCA8-3918-9F02-44C6-18A1414E0FB7}"/>
              </a:ext>
            </a:extLst>
          </p:cNvPr>
          <p:cNvSpPr txBox="1"/>
          <p:nvPr/>
        </p:nvSpPr>
        <p:spPr>
          <a:xfrm>
            <a:off x="7814930" y="5996763"/>
            <a:ext cx="1682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hello-</a:t>
            </a:r>
            <a:r>
              <a:rPr lang="en-US" dirty="0" err="1"/>
              <a:t>unstaged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3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EE7D-B503-CCCF-F992-6E62C47BC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3B63B92-576D-A448-708E-01602493A37A}"/>
              </a:ext>
            </a:extLst>
          </p:cNvPr>
          <p:cNvGrpSpPr/>
          <p:nvPr/>
        </p:nvGrpSpPr>
        <p:grpSpPr>
          <a:xfrm>
            <a:off x="1527325" y="646568"/>
            <a:ext cx="8650469" cy="4739566"/>
            <a:chOff x="1527325" y="646568"/>
            <a:chExt cx="8650469" cy="473956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D91EB7C-09C4-8656-D452-E74782AEB199}"/>
                </a:ext>
              </a:extLst>
            </p:cNvPr>
            <p:cNvGrpSpPr/>
            <p:nvPr/>
          </p:nvGrpSpPr>
          <p:grpSpPr>
            <a:xfrm>
              <a:off x="1527325" y="646568"/>
              <a:ext cx="8650469" cy="4687432"/>
              <a:chOff x="1527325" y="646568"/>
              <a:chExt cx="8650469" cy="468743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6EBC6BC-3AF6-A81E-DB87-077F5C0D1157}"/>
                  </a:ext>
                </a:extLst>
              </p:cNvPr>
              <p:cNvGrpSpPr/>
              <p:nvPr/>
            </p:nvGrpSpPr>
            <p:grpSpPr>
              <a:xfrm>
                <a:off x="1527325" y="646568"/>
                <a:ext cx="8650469" cy="4687432"/>
                <a:chOff x="1527325" y="646568"/>
                <a:chExt cx="8650469" cy="4687432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3E6CA30-930D-2F6B-8767-66F41AEB3CCD}"/>
                    </a:ext>
                  </a:extLst>
                </p:cNvPr>
                <p:cNvGrpSpPr/>
                <p:nvPr/>
              </p:nvGrpSpPr>
              <p:grpSpPr>
                <a:xfrm>
                  <a:off x="1527325" y="646568"/>
                  <a:ext cx="8650469" cy="4687432"/>
                  <a:chOff x="1527325" y="646568"/>
                  <a:chExt cx="8650469" cy="4687432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0E4CE672-0EEA-1318-7D67-B8A233B20772}"/>
                      </a:ext>
                    </a:extLst>
                  </p:cNvPr>
                  <p:cNvGrpSpPr/>
                  <p:nvPr/>
                </p:nvGrpSpPr>
                <p:grpSpPr>
                  <a:xfrm>
                    <a:off x="1527325" y="646568"/>
                    <a:ext cx="8650469" cy="4687432"/>
                    <a:chOff x="1527325" y="646568"/>
                    <a:chExt cx="8650469" cy="4687432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61A6EBCE-F648-9614-CFDE-B4979FD1FB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7325" y="646568"/>
                      <a:ext cx="8650469" cy="1641413"/>
                      <a:chOff x="1527325" y="646568"/>
                      <a:chExt cx="8650469" cy="1641413"/>
                    </a:xfrm>
                  </p:grpSpPr>
                  <p:grpSp>
                    <p:nvGrpSpPr>
                      <p:cNvPr id="13" name="Group 12">
                        <a:extLst>
                          <a:ext uri="{FF2B5EF4-FFF2-40B4-BE49-F238E27FC236}">
                            <a16:creationId xmlns:a16="http://schemas.microsoft.com/office/drawing/2014/main" id="{1BE167C0-C56C-42E3-CB94-A91B9144EF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7325" y="646568"/>
                        <a:ext cx="1371600" cy="1641413"/>
                        <a:chOff x="1527325" y="646568"/>
                        <a:chExt cx="1371600" cy="1641413"/>
                      </a:xfrm>
                    </p:grpSpPr>
                    <p:pic>
                      <p:nvPicPr>
                        <p:cNvPr id="5" name="Graphic 4" descr="Folder outline">
                          <a:extLst>
                            <a:ext uri="{FF2B5EF4-FFF2-40B4-BE49-F238E27FC236}">
                              <a16:creationId xmlns:a16="http://schemas.microsoft.com/office/drawing/2014/main" id="{500A8B6A-1F2B-BDE8-A058-341B8B957F8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96DAC541-7B7A-43D3-8B79-37D633B846F1}">
                              <asvg:svgBlip xmlns:asvg="http://schemas.microsoft.com/office/drawing/2016/SVG/main" r:embed="rId3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27325" y="916381"/>
                          <a:ext cx="1371600" cy="1371600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0" name="TextBox 9">
                          <a:extLst>
                            <a:ext uri="{FF2B5EF4-FFF2-40B4-BE49-F238E27FC236}">
                              <a16:creationId xmlns:a16="http://schemas.microsoft.com/office/drawing/2014/main" id="{AFA32A08-AA63-AEBE-45F2-39F0A614323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60190" y="646568"/>
                          <a:ext cx="130587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Workspace</a:t>
                          </a:r>
                        </a:p>
                      </p:txBody>
                    </p:sp>
                  </p:grpSp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6C0A5B79-7AC1-E029-9286-B8AE7A56298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1506" y="646568"/>
                        <a:ext cx="1846916" cy="1641413"/>
                        <a:chOff x="5302429" y="646568"/>
                        <a:chExt cx="1846916" cy="1641413"/>
                      </a:xfrm>
                    </p:grpSpPr>
                    <p:pic>
                      <p:nvPicPr>
                        <p:cNvPr id="7" name="Graphic 6" descr="Database outline">
                          <a:extLst>
                            <a:ext uri="{FF2B5EF4-FFF2-40B4-BE49-F238E27FC236}">
                              <a16:creationId xmlns:a16="http://schemas.microsoft.com/office/drawing/2014/main" id="{1633BC02-2748-AE6B-9420-EE921F59BDF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540087" y="916381"/>
                          <a:ext cx="1371600" cy="1371600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61C0153B-679D-1208-D8F6-23630AD61C8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302429" y="646568"/>
                          <a:ext cx="184691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Local Repository</a:t>
                          </a:r>
                        </a:p>
                      </p:txBody>
                    </p:sp>
                  </p:grpSp>
                  <p:pic>
                    <p:nvPicPr>
                      <p:cNvPr id="9" name="Graphic 8" descr="Database with solid fill">
                        <a:extLst>
                          <a:ext uri="{FF2B5EF4-FFF2-40B4-BE49-F238E27FC236}">
                            <a16:creationId xmlns:a16="http://schemas.microsoft.com/office/drawing/2014/main" id="{B69E419F-C744-06B9-9D50-7BA25324896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06194" y="916381"/>
                        <a:ext cx="1371600" cy="1371600"/>
                      </a:xfrm>
                      <a:prstGeom prst="rect">
                        <a:avLst/>
                      </a:prstGeom>
                    </p:spPr>
                  </p:pic>
                </p:grpSp>
                <p:cxnSp>
                  <p:nvCxnSpPr>
                    <p:cNvPr id="3" name="Straight Connector 2">
                      <a:extLst>
                        <a:ext uri="{FF2B5EF4-FFF2-40B4-BE49-F238E27FC236}">
                          <a16:creationId xmlns:a16="http://schemas.microsoft.com/office/drawing/2014/main" id="{78FDE072-60AD-0EF2-AA8D-381B153221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196445" y="2017336"/>
                      <a:ext cx="0" cy="3316664"/>
                    </a:xfrm>
                    <a:prstGeom prst="line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" name="Rounded Rectangle 23">
                    <a:extLst>
                      <a:ext uri="{FF2B5EF4-FFF2-40B4-BE49-F238E27FC236}">
                        <a16:creationId xmlns:a16="http://schemas.microsoft.com/office/drawing/2014/main" id="{AE00DA5C-F78C-E84B-80AD-77FE346F19F8}"/>
                      </a:ext>
                    </a:extLst>
                  </p:cNvPr>
                  <p:cNvSpPr/>
                  <p:nvPr/>
                </p:nvSpPr>
                <p:spPr>
                  <a:xfrm>
                    <a:off x="3309249" y="2099445"/>
                    <a:ext cx="914400" cy="377072"/>
                  </a:xfrm>
                  <a:prstGeom prst="roundRect">
                    <a:avLst/>
                  </a:prstGeom>
                  <a:ln>
                    <a:solidFill>
                      <a:schemeClr val="accent1"/>
                    </a:solidFill>
                    <a:prstDash val="dash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Index</a:t>
                    </a:r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7DFF510A-BDF8-BC0C-8818-27035D2D3C1A}"/>
                      </a:ext>
                    </a:extLst>
                  </p:cNvPr>
                  <p:cNvCxnSpPr>
                    <a:cxnSpLocks/>
                    <a:endCxn id="24" idx="2"/>
                  </p:cNvCxnSpPr>
                  <p:nvPr/>
                </p:nvCxnSpPr>
                <p:spPr>
                  <a:xfrm flipV="1">
                    <a:off x="3766449" y="2476517"/>
                    <a:ext cx="0" cy="285748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33AE0427-52F5-3544-CA25-B7E2056C25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74935" y="2156007"/>
                    <a:ext cx="0" cy="317799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CEA3CE84-15EC-E5F0-6D92-3AA22AD5E2F1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270" y="2812784"/>
                    <a:ext cx="1711494" cy="553998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Version 8356ea</a:t>
                    </a: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D0650434-4C01-86BC-1621-403CE79DD9A4}"/>
                      </a:ext>
                    </a:extLst>
                  </p:cNvPr>
                  <p:cNvSpPr txBox="1"/>
                  <p:nvPr/>
                </p:nvSpPr>
                <p:spPr>
                  <a:xfrm>
                    <a:off x="1708249" y="1374941"/>
                    <a:ext cx="102143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README.md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hello.py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EC22E87E-C481-6D4D-E8CF-00BCEAD2DA7E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270" y="3614586"/>
                    <a:ext cx="1716304" cy="73866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Version b424cc</a:t>
                    </a: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main.py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r>
                      <a: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+ </a:t>
                    </a:r>
                    <a:r>
                      <a:rPr lang="en-US" sz="1200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README.md</a:t>
                    </a:r>
                    <a:endParaRPr lang="en-US" sz="1200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cxnSp>
                <p:nvCxnSpPr>
                  <p:cNvPr id="6" name="Straight Arrow Connector 5">
                    <a:extLst>
                      <a:ext uri="{FF2B5EF4-FFF2-40B4-BE49-F238E27FC236}">
                        <a16:creationId xmlns:a16="http://schemas.microsoft.com/office/drawing/2014/main" id="{F7DC7F66-D668-4612-16F4-10966EC21FFA}"/>
                      </a:ext>
                    </a:extLst>
                  </p:cNvPr>
                  <p:cNvCxnSpPr>
                    <a:cxnSpLocks/>
                    <a:stCxn id="42" idx="2"/>
                    <a:endCxn id="4" idx="0"/>
                  </p:cNvCxnSpPr>
                  <p:nvPr/>
                </p:nvCxnSpPr>
                <p:spPr>
                  <a:xfrm>
                    <a:off x="6596017" y="3366782"/>
                    <a:ext cx="2405" cy="247804"/>
                  </a:xfrm>
                  <a:prstGeom prst="straightConnector1">
                    <a:avLst/>
                  </a:prstGeom>
                  <a:ln w="38100">
                    <a:solidFill>
                      <a:schemeClr val="accent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8B3BDEB-A680-F73D-1D15-5573C8E411D1}"/>
                    </a:ext>
                  </a:extLst>
                </p:cNvPr>
                <p:cNvSpPr txBox="1"/>
                <p:nvPr/>
              </p:nvSpPr>
              <p:spPr>
                <a:xfrm>
                  <a:off x="6586485" y="3337587"/>
                  <a:ext cx="40107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diff</a:t>
                  </a:r>
                </a:p>
              </p:txBody>
            </p:sp>
          </p:grp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2BF6120-F05C-07FB-A8DD-959A7C19E1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6445" y="5005895"/>
                <a:ext cx="1135306" cy="0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422F0B-DB2B-BEB7-AA0E-AB4736C1A321}"/>
                  </a:ext>
                </a:extLst>
              </p:cNvPr>
              <p:cNvSpPr txBox="1"/>
              <p:nvPr/>
            </p:nvSpPr>
            <p:spPr>
              <a:xfrm>
                <a:off x="2190805" y="4615950"/>
                <a:ext cx="11496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git add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F392AE-41B2-0F74-AD29-B1BB1A0787E9}"/>
                  </a:ext>
                </a:extLst>
              </p:cNvPr>
              <p:cNvSpPr txBox="1"/>
              <p:nvPr/>
            </p:nvSpPr>
            <p:spPr>
              <a:xfrm>
                <a:off x="3323372" y="4862337"/>
                <a:ext cx="1178248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main.py</a:t>
                </a:r>
                <a:endPara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n-US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hello.py</a:t>
                </a:r>
                <a:endPara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A891B2-B242-F94D-F4B7-9CFBE7E4AEE3}"/>
                </a:ext>
              </a:extLst>
            </p:cNvPr>
            <p:cNvSpPr txBox="1"/>
            <p:nvPr/>
          </p:nvSpPr>
          <p:spPr>
            <a:xfrm>
              <a:off x="3323373" y="488146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FB6CEF-9C82-D386-8A4A-EC61C7D200B2}"/>
                </a:ext>
              </a:extLst>
            </p:cNvPr>
            <p:cNvSpPr txBox="1"/>
            <p:nvPr/>
          </p:nvSpPr>
          <p:spPr>
            <a:xfrm>
              <a:off x="3314407" y="508765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886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7126F-517E-0284-EE60-26C0490D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DF779D4D-2837-44F2-5684-92C5CE46A5D9}"/>
              </a:ext>
            </a:extLst>
          </p:cNvPr>
          <p:cNvGrpSpPr/>
          <p:nvPr/>
        </p:nvGrpSpPr>
        <p:grpSpPr>
          <a:xfrm>
            <a:off x="418730" y="646568"/>
            <a:ext cx="9759064" cy="5171526"/>
            <a:chOff x="418730" y="646568"/>
            <a:chExt cx="9759064" cy="5171526"/>
          </a:xfrm>
        </p:grpSpPr>
        <p:pic>
          <p:nvPicPr>
            <p:cNvPr id="5" name="Graphic 4" descr="Folder outline">
              <a:extLst>
                <a:ext uri="{FF2B5EF4-FFF2-40B4-BE49-F238E27FC236}">
                  <a16:creationId xmlns:a16="http://schemas.microsoft.com/office/drawing/2014/main" id="{B229451D-C186-DBFB-6206-80031CEAA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7064" y="916381"/>
              <a:ext cx="1371600" cy="1371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DAC7AC-72BE-F996-A597-492C4B8F039C}"/>
                </a:ext>
              </a:extLst>
            </p:cNvPr>
            <p:cNvSpPr txBox="1"/>
            <p:nvPr/>
          </p:nvSpPr>
          <p:spPr>
            <a:xfrm>
              <a:off x="609929" y="646568"/>
              <a:ext cx="1305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Workspace</a:t>
              </a:r>
            </a:p>
          </p:txBody>
        </p:sp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F775E084-6BFA-1BCB-AAB8-060BA4226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89164" y="916381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13D22A-8E2C-256F-1E4E-D9650203668D}"/>
                </a:ext>
              </a:extLst>
            </p:cNvPr>
            <p:cNvSpPr txBox="1"/>
            <p:nvPr/>
          </p:nvSpPr>
          <p:spPr>
            <a:xfrm>
              <a:off x="4751506" y="646568"/>
              <a:ext cx="1846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Repository</a:t>
              </a:r>
            </a:p>
          </p:txBody>
        </p:sp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223C111F-D00D-3AB4-5B0C-3C11775EC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06194" y="916381"/>
              <a:ext cx="1371600" cy="1371600"/>
            </a:xfrm>
            <a:prstGeom prst="rect">
              <a:avLst/>
            </a:prstGeom>
          </p:spPr>
        </p:pic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02B66E3-D905-77B4-244E-FDD7A4CE32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6184" y="2017336"/>
              <a:ext cx="16680" cy="38007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634B02C2-DCBB-6382-CBE9-2FB88DF432D9}"/>
                </a:ext>
              </a:extLst>
            </p:cNvPr>
            <p:cNvSpPr/>
            <p:nvPr/>
          </p:nvSpPr>
          <p:spPr>
            <a:xfrm>
              <a:off x="3309249" y="2099445"/>
              <a:ext cx="914400" cy="377072"/>
            </a:xfrm>
            <a:prstGeom prst="roundRect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Index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E5EAD1-23C3-96FE-9FFB-7BD62DFA602D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3766449" y="2476517"/>
              <a:ext cx="0" cy="326089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79172B1-830D-F262-8FC7-26CDA867A1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4935" y="2156007"/>
              <a:ext cx="0" cy="358140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56C1BE4-F982-CC4D-80F3-AE5678E95214}"/>
                </a:ext>
              </a:extLst>
            </p:cNvPr>
            <p:cNvSpPr txBox="1"/>
            <p:nvPr/>
          </p:nvSpPr>
          <p:spPr>
            <a:xfrm>
              <a:off x="5740270" y="2812784"/>
              <a:ext cx="1711494" cy="5539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Version 8356ea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327A783-5725-6711-7905-A48599C3CD1F}"/>
                </a:ext>
              </a:extLst>
            </p:cNvPr>
            <p:cNvSpPr txBox="1"/>
            <p:nvPr/>
          </p:nvSpPr>
          <p:spPr>
            <a:xfrm>
              <a:off x="757988" y="1374941"/>
              <a:ext cx="10214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README.md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hello.py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63AB7C8-6F72-0A8E-4E53-15E0CF67CBC1}"/>
                </a:ext>
              </a:extLst>
            </p:cNvPr>
            <p:cNvSpPr txBox="1"/>
            <p:nvPr/>
          </p:nvSpPr>
          <p:spPr>
            <a:xfrm>
              <a:off x="5740270" y="3614586"/>
              <a:ext cx="1716304" cy="73866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Version b424cc</a:t>
              </a: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README.md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D680F99-7FED-4352-AD3D-F8F622BC575C}"/>
                </a:ext>
              </a:extLst>
            </p:cNvPr>
            <p:cNvCxnSpPr>
              <a:cxnSpLocks/>
              <a:stCxn id="42" idx="2"/>
              <a:endCxn id="4" idx="0"/>
            </p:cNvCxnSpPr>
            <p:nvPr/>
          </p:nvCxnSpPr>
          <p:spPr>
            <a:xfrm>
              <a:off x="6596017" y="3366782"/>
              <a:ext cx="2405" cy="247804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A202BF-C956-09B7-779E-1C84B3EEBD40}"/>
                </a:ext>
              </a:extLst>
            </p:cNvPr>
            <p:cNvSpPr txBox="1"/>
            <p:nvPr/>
          </p:nvSpPr>
          <p:spPr>
            <a:xfrm>
              <a:off x="6586485" y="3337587"/>
              <a:ext cx="4010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diff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A4CCCF-820A-EC56-CDB1-C55D53346C78}"/>
                </a:ext>
              </a:extLst>
            </p:cNvPr>
            <p:cNvSpPr txBox="1"/>
            <p:nvPr/>
          </p:nvSpPr>
          <p:spPr>
            <a:xfrm>
              <a:off x="3337416" y="4593396"/>
              <a:ext cx="1178248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solidFill>
                    <a:schemeClr val="bg2">
                      <a:lumMod val="9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b="1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r"/>
              <a:r>
                <a:rPr lang="en-US" sz="1200" b="1" dirty="0" err="1">
                  <a:solidFill>
                    <a:schemeClr val="bg2">
                      <a:lumMod val="9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hello.py</a:t>
              </a:r>
              <a:endParaRPr lang="en-US" sz="1200" b="1" dirty="0">
                <a:solidFill>
                  <a:schemeClr val="bg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6E90FB-1EBA-2281-6D25-34AEA742AD52}"/>
                </a:ext>
              </a:extLst>
            </p:cNvPr>
            <p:cNvSpPr txBox="1"/>
            <p:nvPr/>
          </p:nvSpPr>
          <p:spPr>
            <a:xfrm>
              <a:off x="3337417" y="4612523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Impact" panose="020B0806030902050204" pitchFamily="34" charset="0"/>
                </a:rPr>
                <a:t>+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EA4591-6A10-6D30-CDF3-6F1BF4192AB4}"/>
                </a:ext>
              </a:extLst>
            </p:cNvPr>
            <p:cNvSpPr txBox="1"/>
            <p:nvPr/>
          </p:nvSpPr>
          <p:spPr>
            <a:xfrm>
              <a:off x="3328451" y="4818713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Impact" panose="020B0806030902050204" pitchFamily="34" charset="0"/>
                </a:rPr>
                <a:t>+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070AA3F-F6D0-7F22-57EB-FDB6312ED24D}"/>
                </a:ext>
              </a:extLst>
            </p:cNvPr>
            <p:cNvSpPr txBox="1"/>
            <p:nvPr/>
          </p:nvSpPr>
          <p:spPr>
            <a:xfrm>
              <a:off x="418730" y="4594928"/>
              <a:ext cx="1178248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hello.py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A18D5EB-07D5-DE27-C728-D034597F032D}"/>
                </a:ext>
              </a:extLst>
            </p:cNvPr>
            <p:cNvSpPr txBox="1"/>
            <p:nvPr/>
          </p:nvSpPr>
          <p:spPr>
            <a:xfrm>
              <a:off x="427697" y="458794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07A23F-D9AC-1785-7673-B09BCB70F446}"/>
                </a:ext>
              </a:extLst>
            </p:cNvPr>
            <p:cNvSpPr txBox="1"/>
            <p:nvPr/>
          </p:nvSpPr>
          <p:spPr>
            <a:xfrm>
              <a:off x="418731" y="4794134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3EB1717-E868-0576-093D-1B361ADE9A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5044" y="4902611"/>
              <a:ext cx="1574835" cy="839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D905D15-BB80-4E90-89D3-0774BC188A81}"/>
                </a:ext>
              </a:extLst>
            </p:cNvPr>
            <p:cNvSpPr txBox="1"/>
            <p:nvPr/>
          </p:nvSpPr>
          <p:spPr>
            <a:xfrm>
              <a:off x="1683112" y="4546341"/>
              <a:ext cx="17211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reset 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2805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9B20-D368-329B-A7F9-DAEA9209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older outline">
            <a:extLst>
              <a:ext uri="{FF2B5EF4-FFF2-40B4-BE49-F238E27FC236}">
                <a16:creationId xmlns:a16="http://schemas.microsoft.com/office/drawing/2014/main" id="{6165C238-3B34-08A9-DB7B-ED5DE1DD3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064" y="916381"/>
            <a:ext cx="1371600" cy="137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0AD75A-883C-2A11-B011-88064358CF58}"/>
              </a:ext>
            </a:extLst>
          </p:cNvPr>
          <p:cNvSpPr txBox="1"/>
          <p:nvPr/>
        </p:nvSpPr>
        <p:spPr>
          <a:xfrm>
            <a:off x="609929" y="646568"/>
            <a:ext cx="13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Workspace</a:t>
            </a:r>
          </a:p>
        </p:txBody>
      </p:sp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D23993DF-D833-7819-ADF8-EAE4145D7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9164" y="916381"/>
            <a:ext cx="1371600" cy="137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BE6C35-E832-6CCA-AEFD-DE79177B675D}"/>
              </a:ext>
            </a:extLst>
          </p:cNvPr>
          <p:cNvSpPr txBox="1"/>
          <p:nvPr/>
        </p:nvSpPr>
        <p:spPr>
          <a:xfrm>
            <a:off x="4751506" y="646568"/>
            <a:ext cx="184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Repository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AD6A27A9-F1AA-9743-4857-25A041552E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0917B2-372D-8305-8E7F-92F32BCA4FD8}"/>
              </a:ext>
            </a:extLst>
          </p:cNvPr>
          <p:cNvCxnSpPr>
            <a:cxnSpLocks/>
          </p:cNvCxnSpPr>
          <p:nvPr/>
        </p:nvCxnSpPr>
        <p:spPr>
          <a:xfrm flipH="1" flipV="1">
            <a:off x="1246184" y="2017336"/>
            <a:ext cx="16680" cy="38007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8BA7527-953A-2DC3-1076-3606C583C8B1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B13922-024B-4292-B077-58A0BC649C05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326089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35EB79-D946-D1F2-E0D9-B79E0D78CECA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5814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09C364D-3E9D-848E-D923-C404067DA30A}"/>
              </a:ext>
            </a:extLst>
          </p:cNvPr>
          <p:cNvSpPr txBox="1"/>
          <p:nvPr/>
        </p:nvSpPr>
        <p:spPr>
          <a:xfrm>
            <a:off x="5740270" y="2812784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C9A73-D446-92CD-D0F2-2BB711908A90}"/>
              </a:ext>
            </a:extLst>
          </p:cNvPr>
          <p:cNvSpPr txBox="1"/>
          <p:nvPr/>
        </p:nvSpPr>
        <p:spPr>
          <a:xfrm>
            <a:off x="757988" y="1374941"/>
            <a:ext cx="1021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BB8F4-1120-4B87-4B2E-E436660B3F95}"/>
              </a:ext>
            </a:extLst>
          </p:cNvPr>
          <p:cNvSpPr txBox="1"/>
          <p:nvPr/>
        </p:nvSpPr>
        <p:spPr>
          <a:xfrm>
            <a:off x="5740270" y="3614586"/>
            <a:ext cx="171630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9544B5-D7DF-9B52-42EE-8980B1303162}"/>
              </a:ext>
            </a:extLst>
          </p:cNvPr>
          <p:cNvCxnSpPr>
            <a:cxnSpLocks/>
            <a:stCxn id="42" idx="2"/>
            <a:endCxn id="4" idx="0"/>
          </p:cNvCxnSpPr>
          <p:nvPr/>
        </p:nvCxnSpPr>
        <p:spPr>
          <a:xfrm>
            <a:off x="6596017" y="3366782"/>
            <a:ext cx="2405" cy="24780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EE50F3-5167-2A5A-482D-6EB39D9E1704}"/>
              </a:ext>
            </a:extLst>
          </p:cNvPr>
          <p:cNvSpPr txBox="1"/>
          <p:nvPr/>
        </p:nvSpPr>
        <p:spPr>
          <a:xfrm>
            <a:off x="6586485" y="333758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00D2A4-7EB6-8885-2AB6-7D99979E3E19}"/>
              </a:ext>
            </a:extLst>
          </p:cNvPr>
          <p:cNvSpPr txBox="1"/>
          <p:nvPr/>
        </p:nvSpPr>
        <p:spPr>
          <a:xfrm>
            <a:off x="3337417" y="4612523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Impact" panose="020B0806030902050204" pitchFamily="34" charset="0"/>
              </a:rPr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93589A-EA37-AB6A-FA39-15EA0F65A48B}"/>
              </a:ext>
            </a:extLst>
          </p:cNvPr>
          <p:cNvSpPr txBox="1"/>
          <p:nvPr/>
        </p:nvSpPr>
        <p:spPr>
          <a:xfrm>
            <a:off x="545066" y="3794174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1C4B53-7297-C29D-5DF6-58CC0C8CECC4}"/>
              </a:ext>
            </a:extLst>
          </p:cNvPr>
          <p:cNvSpPr txBox="1"/>
          <p:nvPr/>
        </p:nvSpPr>
        <p:spPr>
          <a:xfrm>
            <a:off x="554033" y="3787190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76A277-C026-AB00-270D-B990F109F4AC}"/>
              </a:ext>
            </a:extLst>
          </p:cNvPr>
          <p:cNvSpPr txBox="1"/>
          <p:nvPr/>
        </p:nvSpPr>
        <p:spPr>
          <a:xfrm>
            <a:off x="545067" y="3993380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0225AD-EDF7-D6EB-4803-08BD01381575}"/>
              </a:ext>
            </a:extLst>
          </p:cNvPr>
          <p:cNvSpPr txBox="1"/>
          <p:nvPr/>
        </p:nvSpPr>
        <p:spPr>
          <a:xfrm>
            <a:off x="2228929" y="4414002"/>
            <a:ext cx="30802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reset --hard HEAD </a:t>
            </a:r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7F294B18-52D3-FC96-CD99-A21248E32C96}"/>
              </a:ext>
            </a:extLst>
          </p:cNvPr>
          <p:cNvSpPr/>
          <p:nvPr/>
        </p:nvSpPr>
        <p:spPr>
          <a:xfrm rot="2907449">
            <a:off x="843075" y="3630903"/>
            <a:ext cx="760245" cy="770076"/>
          </a:xfrm>
          <a:prstGeom prst="plus">
            <a:avLst>
              <a:gd name="adj" fmla="val 44608"/>
            </a:avLst>
          </a:prstGeom>
          <a:solidFill>
            <a:srgbClr val="C0000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4D856B0-0452-88B8-6E69-EF8EC7F5C030}"/>
              </a:ext>
            </a:extLst>
          </p:cNvPr>
          <p:cNvCxnSpPr>
            <a:cxnSpLocks/>
            <a:stCxn id="4" idx="2"/>
            <a:endCxn id="18" idx="3"/>
          </p:cNvCxnSpPr>
          <p:nvPr/>
        </p:nvCxnSpPr>
        <p:spPr>
          <a:xfrm rot="5400000">
            <a:off x="3946354" y="2154348"/>
            <a:ext cx="453166" cy="4850971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AC0BAA-6260-10AE-3EA0-CA25A43FD469}"/>
              </a:ext>
            </a:extLst>
          </p:cNvPr>
          <p:cNvSpPr txBox="1"/>
          <p:nvPr/>
        </p:nvSpPr>
        <p:spPr>
          <a:xfrm>
            <a:off x="5959696" y="4498972"/>
            <a:ext cx="117824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55F60-4EB1-9DA7-1768-F15B5C3C6E4D}"/>
              </a:ext>
            </a:extLst>
          </p:cNvPr>
          <p:cNvSpPr txBox="1"/>
          <p:nvPr/>
        </p:nvSpPr>
        <p:spPr>
          <a:xfrm>
            <a:off x="569203" y="4575583"/>
            <a:ext cx="1178248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8297B-8458-78BF-8A2E-219135A9ACEC}"/>
              </a:ext>
            </a:extLst>
          </p:cNvPr>
          <p:cNvSpPr txBox="1"/>
          <p:nvPr/>
        </p:nvSpPr>
        <p:spPr>
          <a:xfrm>
            <a:off x="601173" y="5090138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FF42A4-CA5E-3881-7C13-EE25696AA467}"/>
              </a:ext>
            </a:extLst>
          </p:cNvPr>
          <p:cNvSpPr txBox="1"/>
          <p:nvPr/>
        </p:nvSpPr>
        <p:spPr>
          <a:xfrm>
            <a:off x="601174" y="5110234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64127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E57E-3C7E-E9D2-8D0E-BEB481F5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older outline">
            <a:extLst>
              <a:ext uri="{FF2B5EF4-FFF2-40B4-BE49-F238E27FC236}">
                <a16:creationId xmlns:a16="http://schemas.microsoft.com/office/drawing/2014/main" id="{245FC069-BD81-425B-431D-5CCBC8463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064" y="916381"/>
            <a:ext cx="1371600" cy="137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66E1E0-A19A-898A-9C81-23E235EC8B6E}"/>
              </a:ext>
            </a:extLst>
          </p:cNvPr>
          <p:cNvSpPr txBox="1"/>
          <p:nvPr/>
        </p:nvSpPr>
        <p:spPr>
          <a:xfrm>
            <a:off x="609929" y="646568"/>
            <a:ext cx="13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Workspace</a:t>
            </a:r>
          </a:p>
        </p:txBody>
      </p:sp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AAC432E-D053-67A8-B5AE-9EF53F047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9164" y="916381"/>
            <a:ext cx="1371600" cy="137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71ACE9-8C7B-38AA-D69E-167E31198E51}"/>
              </a:ext>
            </a:extLst>
          </p:cNvPr>
          <p:cNvSpPr txBox="1"/>
          <p:nvPr/>
        </p:nvSpPr>
        <p:spPr>
          <a:xfrm>
            <a:off x="4751506" y="646568"/>
            <a:ext cx="184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Repository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59F3F89B-1BE2-F1F9-3FA7-74AF8E5791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CD01C6-7840-C06F-2D59-B877F5BBF61E}"/>
              </a:ext>
            </a:extLst>
          </p:cNvPr>
          <p:cNvCxnSpPr>
            <a:cxnSpLocks/>
          </p:cNvCxnSpPr>
          <p:nvPr/>
        </p:nvCxnSpPr>
        <p:spPr>
          <a:xfrm flipH="1" flipV="1">
            <a:off x="1246184" y="2017336"/>
            <a:ext cx="16680" cy="38007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6730511-ADCE-8B6B-32A2-53E8A1550A2D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FE3F50-D2C8-9406-B53C-B3784957793A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326089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D1132E-A72E-D13D-E779-DAE6F7D156B4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5814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ABBBB66-6551-FDE5-F218-411F721E699F}"/>
              </a:ext>
            </a:extLst>
          </p:cNvPr>
          <p:cNvSpPr txBox="1"/>
          <p:nvPr/>
        </p:nvSpPr>
        <p:spPr>
          <a:xfrm>
            <a:off x="5740270" y="2812784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4EEE0-B571-6013-C9EF-D240F8B1BCD9}"/>
              </a:ext>
            </a:extLst>
          </p:cNvPr>
          <p:cNvSpPr txBox="1"/>
          <p:nvPr/>
        </p:nvSpPr>
        <p:spPr>
          <a:xfrm>
            <a:off x="757988" y="1374941"/>
            <a:ext cx="1021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63DF6-755F-4451-F18F-7CE18CB34350}"/>
              </a:ext>
            </a:extLst>
          </p:cNvPr>
          <p:cNvSpPr txBox="1"/>
          <p:nvPr/>
        </p:nvSpPr>
        <p:spPr>
          <a:xfrm>
            <a:off x="5740270" y="3614586"/>
            <a:ext cx="171630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095C89-DE7E-4327-F471-ECB2E109D019}"/>
              </a:ext>
            </a:extLst>
          </p:cNvPr>
          <p:cNvCxnSpPr>
            <a:cxnSpLocks/>
            <a:stCxn id="42" idx="2"/>
            <a:endCxn id="4" idx="0"/>
          </p:cNvCxnSpPr>
          <p:nvPr/>
        </p:nvCxnSpPr>
        <p:spPr>
          <a:xfrm>
            <a:off x="6596017" y="3366782"/>
            <a:ext cx="2405" cy="24780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B07569-64D2-AAE1-F102-892533A3EF98}"/>
              </a:ext>
            </a:extLst>
          </p:cNvPr>
          <p:cNvSpPr txBox="1"/>
          <p:nvPr/>
        </p:nvSpPr>
        <p:spPr>
          <a:xfrm>
            <a:off x="6586485" y="333758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4AEB37-A797-4FA9-F66F-B3D8E1E9ACDD}"/>
              </a:ext>
            </a:extLst>
          </p:cNvPr>
          <p:cNvGrpSpPr/>
          <p:nvPr/>
        </p:nvGrpSpPr>
        <p:grpSpPr>
          <a:xfrm>
            <a:off x="532769" y="4715618"/>
            <a:ext cx="1178248" cy="504670"/>
            <a:chOff x="545066" y="3787190"/>
            <a:chExt cx="1178248" cy="50467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55F8D87-4A7C-295D-8CEC-A3EB0F2F18BA}"/>
                </a:ext>
              </a:extLst>
            </p:cNvPr>
            <p:cNvSpPr txBox="1"/>
            <p:nvPr/>
          </p:nvSpPr>
          <p:spPr>
            <a:xfrm>
              <a:off x="545066" y="3794174"/>
              <a:ext cx="1178248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hello.py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0F2823-56FD-21CF-E5C3-0281A15A9ECE}"/>
                </a:ext>
              </a:extLst>
            </p:cNvPr>
            <p:cNvSpPr txBox="1"/>
            <p:nvPr/>
          </p:nvSpPr>
          <p:spPr>
            <a:xfrm>
              <a:off x="554033" y="3787190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CCE9152-A6A2-9651-A33E-97F6C4662322}"/>
                </a:ext>
              </a:extLst>
            </p:cNvPr>
            <p:cNvSpPr txBox="1"/>
            <p:nvPr/>
          </p:nvSpPr>
          <p:spPr>
            <a:xfrm>
              <a:off x="545067" y="3993380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07B09D-6FD2-632B-9374-BC3E7B36554A}"/>
              </a:ext>
            </a:extLst>
          </p:cNvPr>
          <p:cNvCxnSpPr>
            <a:cxnSpLocks/>
          </p:cNvCxnSpPr>
          <p:nvPr/>
        </p:nvCxnSpPr>
        <p:spPr>
          <a:xfrm>
            <a:off x="1680305" y="5005169"/>
            <a:ext cx="207916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946A13-A584-0365-D606-B9DF1D54C618}"/>
              </a:ext>
            </a:extLst>
          </p:cNvPr>
          <p:cNvSpPr txBox="1"/>
          <p:nvPr/>
        </p:nvSpPr>
        <p:spPr>
          <a:xfrm>
            <a:off x="2022364" y="4664118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3CF789-1F28-F57E-A02C-65904D352C90}"/>
              </a:ext>
            </a:extLst>
          </p:cNvPr>
          <p:cNvCxnSpPr>
            <a:cxnSpLocks/>
          </p:cNvCxnSpPr>
          <p:nvPr/>
        </p:nvCxnSpPr>
        <p:spPr>
          <a:xfrm>
            <a:off x="3759473" y="5005169"/>
            <a:ext cx="1908485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7A0012-15C8-FF93-A9FD-7ADEE95AA592}"/>
              </a:ext>
            </a:extLst>
          </p:cNvPr>
          <p:cNvSpPr txBox="1"/>
          <p:nvPr/>
        </p:nvSpPr>
        <p:spPr>
          <a:xfrm>
            <a:off x="3785570" y="4664118"/>
            <a:ext cx="171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48D47C-D368-AD90-8D64-12B1DCE16AE7}"/>
              </a:ext>
            </a:extLst>
          </p:cNvPr>
          <p:cNvSpPr txBox="1"/>
          <p:nvPr/>
        </p:nvSpPr>
        <p:spPr>
          <a:xfrm>
            <a:off x="5740270" y="4601054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81a55e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C66076-B082-5E4A-1618-0BC8FD526CBD}"/>
              </a:ext>
            </a:extLst>
          </p:cNvPr>
          <p:cNvCxnSpPr>
            <a:cxnSpLocks/>
          </p:cNvCxnSpPr>
          <p:nvPr/>
        </p:nvCxnSpPr>
        <p:spPr>
          <a:xfrm>
            <a:off x="6528240" y="4353250"/>
            <a:ext cx="2405" cy="24780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2D8CE1C-330E-4ECA-FA7F-CAEC35205CD9}"/>
              </a:ext>
            </a:extLst>
          </p:cNvPr>
          <p:cNvSpPr txBox="1"/>
          <p:nvPr/>
        </p:nvSpPr>
        <p:spPr>
          <a:xfrm>
            <a:off x="6518708" y="432405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</p:spTree>
    <p:extLst>
      <p:ext uri="{BB962C8B-B14F-4D97-AF65-F5344CB8AC3E}">
        <p14:creationId xmlns:p14="http://schemas.microsoft.com/office/powerpoint/2010/main" val="384410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9CDC-A27F-2A0E-BA2F-F64B4DD0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older outline">
            <a:extLst>
              <a:ext uri="{FF2B5EF4-FFF2-40B4-BE49-F238E27FC236}">
                <a16:creationId xmlns:a16="http://schemas.microsoft.com/office/drawing/2014/main" id="{4333218D-3746-780C-D639-2A7295996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064" y="916381"/>
            <a:ext cx="1371600" cy="137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6638BE-ABDE-FFE7-FAD6-53C93974FB83}"/>
              </a:ext>
            </a:extLst>
          </p:cNvPr>
          <p:cNvSpPr txBox="1"/>
          <p:nvPr/>
        </p:nvSpPr>
        <p:spPr>
          <a:xfrm>
            <a:off x="609929" y="646568"/>
            <a:ext cx="13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Workspace</a:t>
            </a:r>
          </a:p>
        </p:txBody>
      </p:sp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DED0EE69-1907-1970-E60A-24DF29F1B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9164" y="916381"/>
            <a:ext cx="1371600" cy="137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32A389-49E4-48B3-0429-4C2C7622B5EB}"/>
              </a:ext>
            </a:extLst>
          </p:cNvPr>
          <p:cNvSpPr txBox="1"/>
          <p:nvPr/>
        </p:nvSpPr>
        <p:spPr>
          <a:xfrm>
            <a:off x="4751506" y="646568"/>
            <a:ext cx="184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Repository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A6E6EF80-9238-8129-3B27-360B196E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6ED960-54C5-D127-1D70-6DD1A9F87AAC}"/>
              </a:ext>
            </a:extLst>
          </p:cNvPr>
          <p:cNvCxnSpPr>
            <a:cxnSpLocks/>
          </p:cNvCxnSpPr>
          <p:nvPr/>
        </p:nvCxnSpPr>
        <p:spPr>
          <a:xfrm flipH="1" flipV="1">
            <a:off x="1246184" y="2017336"/>
            <a:ext cx="16680" cy="38007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952EB7B-333D-60EC-5D2B-F8E5703F8CDA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BC61FD-09D3-9FE9-8D83-544C9A1B4BE4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326089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6F5FFC-467A-B4A3-A4CC-8E6BAD4AED26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5814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13C3A66-6F07-DAFD-29CF-6A1BE940A247}"/>
              </a:ext>
            </a:extLst>
          </p:cNvPr>
          <p:cNvSpPr txBox="1"/>
          <p:nvPr/>
        </p:nvSpPr>
        <p:spPr>
          <a:xfrm>
            <a:off x="5740270" y="2812784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97DB0C-9F85-E02A-383F-B3964AADF77A}"/>
              </a:ext>
            </a:extLst>
          </p:cNvPr>
          <p:cNvSpPr txBox="1"/>
          <p:nvPr/>
        </p:nvSpPr>
        <p:spPr>
          <a:xfrm>
            <a:off x="757988" y="1374941"/>
            <a:ext cx="1021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D9D0D-AE09-3573-D2C3-B930D6EB004A}"/>
              </a:ext>
            </a:extLst>
          </p:cNvPr>
          <p:cNvSpPr txBox="1"/>
          <p:nvPr/>
        </p:nvSpPr>
        <p:spPr>
          <a:xfrm>
            <a:off x="5740270" y="3614586"/>
            <a:ext cx="171630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5942AD-0829-E7A4-E14E-7707260A8DF8}"/>
              </a:ext>
            </a:extLst>
          </p:cNvPr>
          <p:cNvCxnSpPr>
            <a:cxnSpLocks/>
            <a:stCxn id="42" idx="2"/>
            <a:endCxn id="4" idx="0"/>
          </p:cNvCxnSpPr>
          <p:nvPr/>
        </p:nvCxnSpPr>
        <p:spPr>
          <a:xfrm>
            <a:off x="6596017" y="3366782"/>
            <a:ext cx="2405" cy="24780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E964BA-7886-4B47-FC52-38DAB8669D4E}"/>
              </a:ext>
            </a:extLst>
          </p:cNvPr>
          <p:cNvSpPr txBox="1"/>
          <p:nvPr/>
        </p:nvSpPr>
        <p:spPr>
          <a:xfrm>
            <a:off x="6586485" y="333758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E8D827-C106-D466-B5F4-2D9AA683C8AC}"/>
              </a:ext>
            </a:extLst>
          </p:cNvPr>
          <p:cNvGrpSpPr/>
          <p:nvPr/>
        </p:nvGrpSpPr>
        <p:grpSpPr>
          <a:xfrm>
            <a:off x="532769" y="4715618"/>
            <a:ext cx="1178248" cy="504670"/>
            <a:chOff x="545066" y="3787190"/>
            <a:chExt cx="1178248" cy="50467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F3FE48C-32AC-E212-ED48-5FECCFB8776D}"/>
                </a:ext>
              </a:extLst>
            </p:cNvPr>
            <p:cNvSpPr txBox="1"/>
            <p:nvPr/>
          </p:nvSpPr>
          <p:spPr>
            <a:xfrm>
              <a:off x="545066" y="3794174"/>
              <a:ext cx="1178248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r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hello.py</a:t>
              </a:r>
              <a:endParaRPr lang="en-US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DC2CC4-C1EB-993F-5266-8E5E770041B5}"/>
                </a:ext>
              </a:extLst>
            </p:cNvPr>
            <p:cNvSpPr txBox="1"/>
            <p:nvPr/>
          </p:nvSpPr>
          <p:spPr>
            <a:xfrm>
              <a:off x="554033" y="3787190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C70F5D-BC0A-B1A0-3475-DF50381E0016}"/>
                </a:ext>
              </a:extLst>
            </p:cNvPr>
            <p:cNvSpPr txBox="1"/>
            <p:nvPr/>
          </p:nvSpPr>
          <p:spPr>
            <a:xfrm>
              <a:off x="545067" y="3993380"/>
              <a:ext cx="255198" cy="298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  <a:p>
              <a:pPr>
                <a:lnSpc>
                  <a:spcPts val="800"/>
                </a:lnSpc>
              </a:pPr>
              <a:r>
                <a:rPr lang="en-US" sz="1000" b="1" dirty="0">
                  <a:solidFill>
                    <a:schemeClr val="accent6"/>
                  </a:solidFill>
                  <a:latin typeface="Impact" panose="020B0806030902050204" pitchFamily="34" charset="0"/>
                </a:rPr>
                <a:t>+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E038340-3581-E597-1E25-1A0CF4FA14DB}"/>
              </a:ext>
            </a:extLst>
          </p:cNvPr>
          <p:cNvSpPr txBox="1"/>
          <p:nvPr/>
        </p:nvSpPr>
        <p:spPr>
          <a:xfrm>
            <a:off x="5740270" y="4601054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81a55e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BFF8A4-F773-EA6C-0EFD-BDF30CB38FB6}"/>
              </a:ext>
            </a:extLst>
          </p:cNvPr>
          <p:cNvSpPr/>
          <p:nvPr/>
        </p:nvSpPr>
        <p:spPr>
          <a:xfrm rot="1542879">
            <a:off x="5594838" y="4932217"/>
            <a:ext cx="2006480" cy="140274"/>
          </a:xfrm>
          <a:prstGeom prst="rect">
            <a:avLst/>
          </a:prstGeom>
          <a:solidFill>
            <a:srgbClr val="C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72D920-769D-2A40-7584-EDF800B93830}"/>
              </a:ext>
            </a:extLst>
          </p:cNvPr>
          <p:cNvSpPr/>
          <p:nvPr/>
        </p:nvSpPr>
        <p:spPr>
          <a:xfrm rot="19975267">
            <a:off x="5585716" y="4943960"/>
            <a:ext cx="2006480" cy="140274"/>
          </a:xfrm>
          <a:prstGeom prst="rect">
            <a:avLst/>
          </a:prstGeom>
          <a:solidFill>
            <a:srgbClr val="C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ADEDB9-E45C-B986-B18A-E851EEFB0A3C}"/>
              </a:ext>
            </a:extLst>
          </p:cNvPr>
          <p:cNvSpPr txBox="1"/>
          <p:nvPr/>
        </p:nvSpPr>
        <p:spPr>
          <a:xfrm>
            <a:off x="7451764" y="3877370"/>
            <a:ext cx="255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reset HEAD~1</a:t>
            </a:r>
          </a:p>
        </p:txBody>
      </p:sp>
    </p:spTree>
    <p:extLst>
      <p:ext uri="{BB962C8B-B14F-4D97-AF65-F5344CB8AC3E}">
        <p14:creationId xmlns:p14="http://schemas.microsoft.com/office/powerpoint/2010/main" val="2948519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10458-98DC-F7FD-8232-6A78F5746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older outline">
            <a:extLst>
              <a:ext uri="{FF2B5EF4-FFF2-40B4-BE49-F238E27FC236}">
                <a16:creationId xmlns:a16="http://schemas.microsoft.com/office/drawing/2014/main" id="{3DD707C5-0709-41F7-4807-8044D99A7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064" y="916381"/>
            <a:ext cx="1371600" cy="137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B43353-F651-2A7C-73DC-868E46201E7B}"/>
              </a:ext>
            </a:extLst>
          </p:cNvPr>
          <p:cNvSpPr txBox="1"/>
          <p:nvPr/>
        </p:nvSpPr>
        <p:spPr>
          <a:xfrm>
            <a:off x="609929" y="646568"/>
            <a:ext cx="13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Workspace</a:t>
            </a:r>
          </a:p>
        </p:txBody>
      </p:sp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C1342AE3-8C3B-8DB4-64A7-E4734F90A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9164" y="916381"/>
            <a:ext cx="1371600" cy="137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3A10E7-18B9-05EE-77C7-D4E30F9A8D3B}"/>
              </a:ext>
            </a:extLst>
          </p:cNvPr>
          <p:cNvSpPr txBox="1"/>
          <p:nvPr/>
        </p:nvSpPr>
        <p:spPr>
          <a:xfrm>
            <a:off x="4751506" y="646568"/>
            <a:ext cx="184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Repository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E0391C15-1847-494B-BA58-737B5F6C08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94" y="916381"/>
            <a:ext cx="1371600" cy="13716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645FD5-8805-37B9-1E4F-F1F6EE54B236}"/>
              </a:ext>
            </a:extLst>
          </p:cNvPr>
          <p:cNvCxnSpPr>
            <a:cxnSpLocks/>
          </p:cNvCxnSpPr>
          <p:nvPr/>
        </p:nvCxnSpPr>
        <p:spPr>
          <a:xfrm flipH="1" flipV="1">
            <a:off x="1246184" y="2017336"/>
            <a:ext cx="16680" cy="38007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4F3F8C8-9EDA-B96E-FB3F-99D3A72EB9AA}"/>
              </a:ext>
            </a:extLst>
          </p:cNvPr>
          <p:cNvSpPr/>
          <p:nvPr/>
        </p:nvSpPr>
        <p:spPr>
          <a:xfrm>
            <a:off x="3309249" y="2099445"/>
            <a:ext cx="914400" cy="377072"/>
          </a:xfrm>
          <a:prstGeom prst="roundRect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9C3F66-1AE1-F1CE-BF87-30ECA8CCD101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766449" y="2476517"/>
            <a:ext cx="0" cy="326089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079DAA-5FFD-91BD-08F5-ACD07F55BFF3}"/>
              </a:ext>
            </a:extLst>
          </p:cNvPr>
          <p:cNvCxnSpPr>
            <a:cxnSpLocks/>
          </p:cNvCxnSpPr>
          <p:nvPr/>
        </p:nvCxnSpPr>
        <p:spPr>
          <a:xfrm flipV="1">
            <a:off x="5674935" y="2156007"/>
            <a:ext cx="0" cy="35814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07BC3C3-E985-3012-6898-E402D098FD9D}"/>
              </a:ext>
            </a:extLst>
          </p:cNvPr>
          <p:cNvSpPr txBox="1"/>
          <p:nvPr/>
        </p:nvSpPr>
        <p:spPr>
          <a:xfrm>
            <a:off x="5740270" y="2812784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C0EE5-582C-4C53-60A0-5D25EB48BC1A}"/>
              </a:ext>
            </a:extLst>
          </p:cNvPr>
          <p:cNvSpPr txBox="1"/>
          <p:nvPr/>
        </p:nvSpPr>
        <p:spPr>
          <a:xfrm>
            <a:off x="757988" y="1374941"/>
            <a:ext cx="1021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2C3B3-AB34-0D9A-21D0-6DCEC805D159}"/>
              </a:ext>
            </a:extLst>
          </p:cNvPr>
          <p:cNvSpPr txBox="1"/>
          <p:nvPr/>
        </p:nvSpPr>
        <p:spPr>
          <a:xfrm>
            <a:off x="5740270" y="3614586"/>
            <a:ext cx="171630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319CC4-48C2-AD25-EAB8-1DE59692E36F}"/>
              </a:ext>
            </a:extLst>
          </p:cNvPr>
          <p:cNvCxnSpPr>
            <a:cxnSpLocks/>
            <a:stCxn id="42" idx="2"/>
            <a:endCxn id="4" idx="0"/>
          </p:cNvCxnSpPr>
          <p:nvPr/>
        </p:nvCxnSpPr>
        <p:spPr>
          <a:xfrm>
            <a:off x="6596017" y="3366782"/>
            <a:ext cx="2405" cy="24780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2311231-824D-3B9F-0EFA-910D76BA113C}"/>
              </a:ext>
            </a:extLst>
          </p:cNvPr>
          <p:cNvSpPr txBox="1"/>
          <p:nvPr/>
        </p:nvSpPr>
        <p:spPr>
          <a:xfrm>
            <a:off x="6586485" y="333758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DFB34B-833F-CB56-16FE-8F9CADBC79F1}"/>
              </a:ext>
            </a:extLst>
          </p:cNvPr>
          <p:cNvSpPr txBox="1"/>
          <p:nvPr/>
        </p:nvSpPr>
        <p:spPr>
          <a:xfrm>
            <a:off x="3337417" y="4612523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Impact" panose="020B0806030902050204" pitchFamily="34" charset="0"/>
              </a:rPr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02EFB7-9396-FD3E-4533-EB6890149E7B}"/>
              </a:ext>
            </a:extLst>
          </p:cNvPr>
          <p:cNvSpPr txBox="1"/>
          <p:nvPr/>
        </p:nvSpPr>
        <p:spPr>
          <a:xfrm>
            <a:off x="545066" y="3794174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58F162-B0F0-82C9-99E8-44041BACCFBF}"/>
              </a:ext>
            </a:extLst>
          </p:cNvPr>
          <p:cNvSpPr txBox="1"/>
          <p:nvPr/>
        </p:nvSpPr>
        <p:spPr>
          <a:xfrm>
            <a:off x="554033" y="3787190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ECB905-074D-CF5E-9C92-D24E3596F509}"/>
              </a:ext>
            </a:extLst>
          </p:cNvPr>
          <p:cNvSpPr txBox="1"/>
          <p:nvPr/>
        </p:nvSpPr>
        <p:spPr>
          <a:xfrm>
            <a:off x="545067" y="3993380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7AE612-DE61-C174-95CC-4B4394A096C8}"/>
              </a:ext>
            </a:extLst>
          </p:cNvPr>
          <p:cNvSpPr txBox="1"/>
          <p:nvPr/>
        </p:nvSpPr>
        <p:spPr>
          <a:xfrm>
            <a:off x="2228929" y="4414002"/>
            <a:ext cx="30802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reset --hard HEAD~1 </a:t>
            </a:r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0EADA996-C933-4368-7F81-43E6DEDA3B94}"/>
              </a:ext>
            </a:extLst>
          </p:cNvPr>
          <p:cNvSpPr/>
          <p:nvPr/>
        </p:nvSpPr>
        <p:spPr>
          <a:xfrm rot="2907449">
            <a:off x="843075" y="3630903"/>
            <a:ext cx="760245" cy="770076"/>
          </a:xfrm>
          <a:prstGeom prst="plus">
            <a:avLst>
              <a:gd name="adj" fmla="val 44608"/>
            </a:avLst>
          </a:prstGeom>
          <a:solidFill>
            <a:srgbClr val="C0000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9A47CFB8-DE57-7D2F-A413-9887DEB419B4}"/>
              </a:ext>
            </a:extLst>
          </p:cNvPr>
          <p:cNvCxnSpPr>
            <a:cxnSpLocks/>
            <a:stCxn id="4" idx="2"/>
            <a:endCxn id="18" idx="3"/>
          </p:cNvCxnSpPr>
          <p:nvPr/>
        </p:nvCxnSpPr>
        <p:spPr>
          <a:xfrm rot="5400000">
            <a:off x="3946354" y="2154348"/>
            <a:ext cx="453166" cy="4850971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57704BB-488E-3A8B-6F79-F4FB5915E943}"/>
              </a:ext>
            </a:extLst>
          </p:cNvPr>
          <p:cNvSpPr txBox="1"/>
          <p:nvPr/>
        </p:nvSpPr>
        <p:spPr>
          <a:xfrm>
            <a:off x="5959696" y="4498972"/>
            <a:ext cx="117824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182845-4B0C-AA6E-768F-EF65B3BDDE65}"/>
              </a:ext>
            </a:extLst>
          </p:cNvPr>
          <p:cNvSpPr txBox="1"/>
          <p:nvPr/>
        </p:nvSpPr>
        <p:spPr>
          <a:xfrm>
            <a:off x="569203" y="4575583"/>
            <a:ext cx="1178248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0542F5-5324-35A4-58A7-33E813AF5951}"/>
              </a:ext>
            </a:extLst>
          </p:cNvPr>
          <p:cNvSpPr txBox="1"/>
          <p:nvPr/>
        </p:nvSpPr>
        <p:spPr>
          <a:xfrm>
            <a:off x="601173" y="5090138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52F6C1-25CD-1324-DCA6-7EF2C05583DB}"/>
              </a:ext>
            </a:extLst>
          </p:cNvPr>
          <p:cNvSpPr txBox="1"/>
          <p:nvPr/>
        </p:nvSpPr>
        <p:spPr>
          <a:xfrm>
            <a:off x="601174" y="5110234"/>
            <a:ext cx="255198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  <a:p>
            <a:pPr>
              <a:lnSpc>
                <a:spcPts val="800"/>
              </a:lnSpc>
            </a:pPr>
            <a:r>
              <a:rPr lang="en-US" sz="1000" b="1" dirty="0">
                <a:solidFill>
                  <a:schemeClr val="accent6"/>
                </a:solidFill>
                <a:latin typeface="Impact" panose="020B0806030902050204" pitchFamily="34" charset="0"/>
              </a:rPr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185DB-6D17-FB05-DCE6-BE7BF99410CA}"/>
              </a:ext>
            </a:extLst>
          </p:cNvPr>
          <p:cNvSpPr txBox="1"/>
          <p:nvPr/>
        </p:nvSpPr>
        <p:spPr>
          <a:xfrm>
            <a:off x="7422704" y="4298584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81a55e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70A245-C886-B48B-B3EA-A931A5F2FD71}"/>
              </a:ext>
            </a:extLst>
          </p:cNvPr>
          <p:cNvSpPr/>
          <p:nvPr/>
        </p:nvSpPr>
        <p:spPr>
          <a:xfrm rot="1542879">
            <a:off x="7298462" y="4562645"/>
            <a:ext cx="2006480" cy="140274"/>
          </a:xfrm>
          <a:prstGeom prst="rect">
            <a:avLst/>
          </a:prstGeom>
          <a:solidFill>
            <a:srgbClr val="C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971941-65C9-F0EB-80C2-690EC429284C}"/>
              </a:ext>
            </a:extLst>
          </p:cNvPr>
          <p:cNvSpPr/>
          <p:nvPr/>
        </p:nvSpPr>
        <p:spPr>
          <a:xfrm rot="19975267">
            <a:off x="7289340" y="4574388"/>
            <a:ext cx="2006480" cy="140274"/>
          </a:xfrm>
          <a:prstGeom prst="rect">
            <a:avLst/>
          </a:prstGeom>
          <a:solidFill>
            <a:srgbClr val="C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1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e32bd2a-1ccd-49c1-a814-de8553946415}" enabled="1" method="Standard" siteId="{22136781-9753-4c75-af28-68a078871eb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562</Words>
  <Application>Microsoft Macintosh PowerPoint</Application>
  <PresentationFormat>Widescreen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Layman, Lucas M.</dc:creator>
  <cp:lastModifiedBy>Layman, Lucas M.</cp:lastModifiedBy>
  <cp:revision>1</cp:revision>
  <dcterms:created xsi:type="dcterms:W3CDTF">2024-10-21T17:33:42Z</dcterms:created>
  <dcterms:modified xsi:type="dcterms:W3CDTF">2024-10-31T17:18:09Z</dcterms:modified>
</cp:coreProperties>
</file>